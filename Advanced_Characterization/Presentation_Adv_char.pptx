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2" r:id="rId4"/>
  </p:sldMasterIdLst>
  <p:notesMasterIdLst>
    <p:notesMasterId r:id="rId16"/>
  </p:notesMasterIdLst>
  <p:handoutMasterIdLst>
    <p:handoutMasterId r:id="rId17"/>
  </p:handoutMasterIdLst>
  <p:sldIdLst>
    <p:sldId id="256" r:id="rId5"/>
    <p:sldId id="347" r:id="rId6"/>
    <p:sldId id="353" r:id="rId7"/>
    <p:sldId id="342" r:id="rId8"/>
    <p:sldId id="346" r:id="rId9"/>
    <p:sldId id="349" r:id="rId10"/>
    <p:sldId id="348" r:id="rId11"/>
    <p:sldId id="350" r:id="rId12"/>
    <p:sldId id="351" r:id="rId13"/>
    <p:sldId id="352" r:id="rId14"/>
    <p:sldId id="327" r:id="rId1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p:defaultTextStyle>
  <p:extLst>
    <p:ext uri="{521415D9-36F7-43E2-AB2F-B90AF26B5E84}">
      <p14:sectionLst xmlns:p14="http://schemas.microsoft.com/office/powerpoint/2010/main">
        <p14:section name="Main slides" id="{EE36AF8D-5BEB-E041-9101-0495C1E2400F}">
          <p14:sldIdLst>
            <p14:sldId id="256"/>
            <p14:sldId id="347"/>
            <p14:sldId id="353"/>
            <p14:sldId id="342"/>
            <p14:sldId id="346"/>
            <p14:sldId id="349"/>
            <p14:sldId id="348"/>
            <p14:sldId id="350"/>
            <p14:sldId id="351"/>
            <p14:sldId id="352"/>
            <p14:sldId id="32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emola Michael Adegbile" initials="AMA" lastIdx="1" clrIdx="0">
    <p:extLst>
      <p:ext uri="{19B8F6BF-5375-455C-9EA6-DF929625EA0E}">
        <p15:presenceInfo xmlns:p15="http://schemas.microsoft.com/office/powerpoint/2012/main" userId="S::aadegb@taltech.ee::4b66100a-cab5-4ec7-b915-66a89aed319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2B60"/>
    <a:srgbClr val="4FBFD3"/>
    <a:srgbClr val="E4067E"/>
    <a:srgbClr val="4F4C4E"/>
    <a:srgbClr val="808285"/>
    <a:srgbClr val="96004F"/>
    <a:srgbClr val="4D4D4F"/>
    <a:srgbClr val="C9C9C9"/>
    <a:srgbClr val="D385A9"/>
    <a:srgbClr val="C25B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Kujunduslaad 1 – rõhk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Kujunduslaad 1 – rõhk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33" autoAdjust="0"/>
  </p:normalViewPr>
  <p:slideViewPr>
    <p:cSldViewPr snapToGrid="0">
      <p:cViewPr varScale="1">
        <p:scale>
          <a:sx n="71" d="100"/>
          <a:sy n="71" d="100"/>
        </p:scale>
        <p:origin x="460" y="44"/>
      </p:cViewPr>
      <p:guideLst/>
    </p:cSldViewPr>
  </p:slideViewPr>
  <p:notesTextViewPr>
    <p:cViewPr>
      <p:scale>
        <a:sx n="3" d="2"/>
        <a:sy n="3" d="2"/>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F37233B-0833-EF40-A4A4-4DDA2CCDF12B}" type="datetimeFigureOut">
              <a:rPr lang="en-US" smtClean="0"/>
              <a:t>5/16/2025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978668B-42F9-8648-A8AF-436CB12C454F}" type="slidenum">
              <a:rPr lang="en-US" smtClean="0"/>
              <a:t>‹#›</a:t>
            </a:fld>
            <a:endParaRPr lang="en-US"/>
          </a:p>
        </p:txBody>
      </p:sp>
    </p:spTree>
    <p:extLst>
      <p:ext uri="{BB962C8B-B14F-4D97-AF65-F5344CB8AC3E}">
        <p14:creationId xmlns:p14="http://schemas.microsoft.com/office/powerpoint/2010/main" val="1402076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7A5CFB8B-B9EB-4E3F-B143-7BE1A009C8C1}" type="datetimeFigureOut">
              <a:rPr lang="en-US"/>
              <a:pPr>
                <a:defRPr/>
              </a:pPr>
              <a:t>5/16/2025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89D10C4C-EAC2-4D66-B9F8-E052F2E25BCC}" type="slidenum">
              <a:rPr lang="en-US" altLang="et-EE"/>
              <a:pPr>
                <a:defRPr/>
              </a:pPr>
              <a:t>‹#›</a:t>
            </a:fld>
            <a:endParaRPr lang="en-US" altLang="et-EE"/>
          </a:p>
        </p:txBody>
      </p:sp>
    </p:spTree>
    <p:extLst>
      <p:ext uri="{BB962C8B-B14F-4D97-AF65-F5344CB8AC3E}">
        <p14:creationId xmlns:p14="http://schemas.microsoft.com/office/powerpoint/2010/main" val="20348502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 https://www.tribonet.org/wiki/scanning-electron-microscope/</a:t>
            </a:r>
          </a:p>
        </p:txBody>
      </p:sp>
      <p:sp>
        <p:nvSpPr>
          <p:cNvPr id="4" name="Slide Number Placeholder 3"/>
          <p:cNvSpPr>
            <a:spLocks noGrp="1"/>
          </p:cNvSpPr>
          <p:nvPr>
            <p:ph type="sldNum" sz="quarter" idx="5"/>
          </p:nvPr>
        </p:nvSpPr>
        <p:spPr/>
        <p:txBody>
          <a:bodyPr/>
          <a:lstStyle/>
          <a:p>
            <a:pPr>
              <a:defRPr/>
            </a:pPr>
            <a:fld id="{89D10C4C-EAC2-4D66-B9F8-E052F2E25BCC}" type="slidenum">
              <a:rPr lang="en-US" altLang="et-EE" smtClean="0"/>
              <a:pPr>
                <a:defRPr/>
              </a:pPr>
              <a:t>2</a:t>
            </a:fld>
            <a:endParaRPr lang="en-US" altLang="et-EE"/>
          </a:p>
        </p:txBody>
      </p:sp>
    </p:spTree>
    <p:extLst>
      <p:ext uri="{BB962C8B-B14F-4D97-AF65-F5344CB8AC3E}">
        <p14:creationId xmlns:p14="http://schemas.microsoft.com/office/powerpoint/2010/main" val="26212932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ing everyday">
    <p:spTree>
      <p:nvGrpSpPr>
        <p:cNvPr id="1" name=""/>
        <p:cNvGrpSpPr/>
        <p:nvPr/>
      </p:nvGrpSpPr>
      <p:grpSpPr>
        <a:xfrm>
          <a:off x="0" y="0"/>
          <a:ext cx="0" cy="0"/>
          <a:chOff x="0" y="0"/>
          <a:chExt cx="0" cy="0"/>
        </a:xfrm>
      </p:grpSpPr>
      <p:pic>
        <p:nvPicPr>
          <p:cNvPr id="17" name="Pilt 16">
            <a:extLst>
              <a:ext uri="{FF2B5EF4-FFF2-40B4-BE49-F238E27FC236}">
                <a16:creationId xmlns:a16="http://schemas.microsoft.com/office/drawing/2014/main" id="{832C7D4B-18B0-4597-A1E7-2A51EC61B16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1999" cy="5705497"/>
          </a:xfrm>
          <a:prstGeom prst="rect">
            <a:avLst/>
          </a:prstGeom>
        </p:spPr>
      </p:pic>
      <p:sp>
        <p:nvSpPr>
          <p:cNvPr id="10" name="Freeform 9"/>
          <p:cNvSpPr/>
          <p:nvPr userDrawn="1"/>
        </p:nvSpPr>
        <p:spPr>
          <a:xfrm>
            <a:off x="-1" y="3312687"/>
            <a:ext cx="12192000" cy="3545313"/>
          </a:xfrm>
          <a:custGeom>
            <a:avLst/>
            <a:gdLst>
              <a:gd name="connsiteX0" fmla="*/ 986101 w 12192000"/>
              <a:gd name="connsiteY0" fmla="*/ 0 h 3545313"/>
              <a:gd name="connsiteX1" fmla="*/ 12192000 w 12192000"/>
              <a:gd name="connsiteY1" fmla="*/ 0 h 3545313"/>
              <a:gd name="connsiteX2" fmla="*/ 12192000 w 12192000"/>
              <a:gd name="connsiteY2" fmla="*/ 510802 h 3545313"/>
              <a:gd name="connsiteX3" fmla="*/ 12192000 w 12192000"/>
              <a:gd name="connsiteY3" fmla="*/ 1543258 h 3545313"/>
              <a:gd name="connsiteX4" fmla="*/ 12192000 w 12192000"/>
              <a:gd name="connsiteY4" fmla="*/ 3545313 h 3545313"/>
              <a:gd name="connsiteX5" fmla="*/ 986101 w 12192000"/>
              <a:gd name="connsiteY5" fmla="*/ 3545313 h 3545313"/>
              <a:gd name="connsiteX6" fmla="*/ 475299 w 12192000"/>
              <a:gd name="connsiteY6" fmla="*/ 3545313 h 3545313"/>
              <a:gd name="connsiteX7" fmla="*/ 0 w 12192000"/>
              <a:gd name="connsiteY7" fmla="*/ 3545313 h 3545313"/>
              <a:gd name="connsiteX8" fmla="*/ 0 w 12192000"/>
              <a:gd name="connsiteY8" fmla="*/ 1543258 h 3545313"/>
              <a:gd name="connsiteX9" fmla="*/ 475299 w 12192000"/>
              <a:gd name="connsiteY9" fmla="*/ 1543258 h 3545313"/>
              <a:gd name="connsiteX10" fmla="*/ 475299 w 12192000"/>
              <a:gd name="connsiteY10" fmla="*/ 510802 h 3545313"/>
              <a:gd name="connsiteX11" fmla="*/ 986101 w 12192000"/>
              <a:gd name="connsiteY11" fmla="*/ 510802 h 354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545313">
                <a:moveTo>
                  <a:pt x="986101" y="0"/>
                </a:moveTo>
                <a:lnTo>
                  <a:pt x="12192000" y="0"/>
                </a:lnTo>
                <a:lnTo>
                  <a:pt x="12192000" y="510802"/>
                </a:lnTo>
                <a:lnTo>
                  <a:pt x="12192000" y="1543258"/>
                </a:lnTo>
                <a:lnTo>
                  <a:pt x="12192000" y="3545313"/>
                </a:lnTo>
                <a:lnTo>
                  <a:pt x="986101" y="3545313"/>
                </a:lnTo>
                <a:lnTo>
                  <a:pt x="475299" y="3545313"/>
                </a:lnTo>
                <a:lnTo>
                  <a:pt x="0" y="3545313"/>
                </a:lnTo>
                <a:lnTo>
                  <a:pt x="0" y="1543258"/>
                </a:lnTo>
                <a:lnTo>
                  <a:pt x="475299" y="1543258"/>
                </a:lnTo>
                <a:lnTo>
                  <a:pt x="475299" y="510802"/>
                </a:lnTo>
                <a:lnTo>
                  <a:pt x="986101" y="5108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extBox 5"/>
          <p:cNvSpPr txBox="1">
            <a:spLocks noChangeArrowheads="1"/>
          </p:cNvSpPr>
          <p:nvPr userDrawn="1"/>
        </p:nvSpPr>
        <p:spPr bwMode="auto">
          <a:xfrm>
            <a:off x="0" y="-992188"/>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eaLnBrk="1" hangingPunct="1">
              <a:defRPr/>
            </a:pPr>
            <a:endParaRPr lang="en-US" altLang="en-US"/>
          </a:p>
        </p:txBody>
      </p:sp>
      <p:sp>
        <p:nvSpPr>
          <p:cNvPr id="11" name="Text Placeholder 17"/>
          <p:cNvSpPr>
            <a:spLocks noGrp="1"/>
          </p:cNvSpPr>
          <p:nvPr>
            <p:ph type="body" sz="quarter" idx="12" hasCustomPrompt="1"/>
          </p:nvPr>
        </p:nvSpPr>
        <p:spPr>
          <a:xfrm>
            <a:off x="942276" y="4472120"/>
            <a:ext cx="8892396" cy="489613"/>
          </a:xfrm>
          <a:prstGeom prst="rect">
            <a:avLst/>
          </a:prstGeom>
        </p:spPr>
        <p:txBody>
          <a:bodyPr lIns="0" tIns="0" rIns="0" bIns="0">
            <a:noAutofit/>
          </a:bodyPr>
          <a:lstStyle>
            <a:lvl1pPr marL="0" marR="0" indent="0" algn="l" defTabSz="914400" rtl="0" eaLnBrk="1" fontAlgn="auto" latinLnBrk="0" hangingPunct="1">
              <a:lnSpc>
                <a:spcPct val="90000"/>
              </a:lnSpc>
              <a:spcBef>
                <a:spcPts val="1000"/>
              </a:spcBef>
              <a:spcAft>
                <a:spcPts val="0"/>
              </a:spcAft>
              <a:buClrTx/>
              <a:buSzTx/>
              <a:buFont typeface="Arial"/>
              <a:buNone/>
              <a:tabLst/>
              <a:defRPr sz="3200" b="1" i="0" cap="all" baseline="0">
                <a:solidFill>
                  <a:schemeClr val="tx2"/>
                </a:solidFill>
                <a:latin typeface="Verdana" charset="0"/>
              </a:defRPr>
            </a:lvl1pPr>
          </a:lstStyle>
          <a:p>
            <a:r>
              <a:rPr lang="et-EE" sz="3600" err="1"/>
              <a:t>Presentation</a:t>
            </a:r>
            <a:r>
              <a:rPr lang="et-EE" sz="3600"/>
              <a:t> </a:t>
            </a:r>
            <a:r>
              <a:rPr lang="et-EE" sz="3600" err="1"/>
              <a:t>title</a:t>
            </a:r>
            <a:endParaRPr lang="et-EE" sz="3600"/>
          </a:p>
        </p:txBody>
      </p:sp>
      <p:sp>
        <p:nvSpPr>
          <p:cNvPr id="12" name="Text Placeholder 19"/>
          <p:cNvSpPr>
            <a:spLocks noGrp="1"/>
          </p:cNvSpPr>
          <p:nvPr>
            <p:ph type="body" sz="quarter" idx="13" hasCustomPrompt="1"/>
          </p:nvPr>
        </p:nvSpPr>
        <p:spPr>
          <a:xfrm>
            <a:off x="964578" y="6013392"/>
            <a:ext cx="4738535" cy="782741"/>
          </a:xfrm>
          <a:prstGeom prst="rect">
            <a:avLst/>
          </a:prstGeom>
        </p:spPr>
        <p:txBody>
          <a:bodyPr lIns="0" tIns="0" rIns="0" bIns="0">
            <a:noAutofit/>
          </a:bodyPr>
          <a:lstStyle>
            <a:lvl1pPr marL="0" marR="0" indent="0" algn="l" defTabSz="914400" rtl="0" eaLnBrk="1" fontAlgn="auto" latinLnBrk="0" hangingPunct="1">
              <a:lnSpc>
                <a:spcPct val="90000"/>
              </a:lnSpc>
              <a:spcBef>
                <a:spcPts val="1000"/>
              </a:spcBef>
              <a:spcAft>
                <a:spcPts val="0"/>
              </a:spcAft>
              <a:buClrTx/>
              <a:buSzTx/>
              <a:buFont typeface="Arial"/>
              <a:buNone/>
              <a:tabLst/>
              <a:defRPr sz="2000" baseline="0">
                <a:solidFill>
                  <a:srgbClr val="332B60"/>
                </a:solidFill>
                <a:latin typeface="Verdana" charset="0"/>
              </a:defRPr>
            </a:lvl1pPr>
          </a:lstStyle>
          <a:p>
            <a:pPr>
              <a:lnSpc>
                <a:spcPct val="100000"/>
              </a:lnSpc>
              <a:spcBef>
                <a:spcPts val="0"/>
              </a:spcBef>
            </a:pPr>
            <a:r>
              <a:rPr lang="et-EE" sz="1800" err="1">
                <a:solidFill>
                  <a:srgbClr val="332B60"/>
                </a:solidFill>
              </a:rPr>
              <a:t>Name</a:t>
            </a:r>
            <a:r>
              <a:rPr lang="et-EE" sz="1800">
                <a:solidFill>
                  <a:srgbClr val="332B60"/>
                </a:solidFill>
              </a:rPr>
              <a:t> </a:t>
            </a:r>
            <a:r>
              <a:rPr lang="et-EE" sz="1800" err="1">
                <a:solidFill>
                  <a:srgbClr val="332B60"/>
                </a:solidFill>
              </a:rPr>
              <a:t>Familyname</a:t>
            </a:r>
            <a:br>
              <a:rPr lang="et-EE" sz="1800">
                <a:solidFill>
                  <a:srgbClr val="332B60"/>
                </a:solidFill>
              </a:rPr>
            </a:br>
            <a:r>
              <a:rPr lang="et-EE" sz="1800" err="1"/>
              <a:t>Faculty</a:t>
            </a:r>
            <a:r>
              <a:rPr lang="et-EE" sz="1800"/>
              <a:t> </a:t>
            </a:r>
            <a:r>
              <a:rPr lang="et-EE" sz="1800">
                <a:solidFill>
                  <a:srgbClr val="332B60"/>
                </a:solidFill>
              </a:rPr>
              <a:t>/ </a:t>
            </a:r>
            <a:r>
              <a:rPr lang="et-EE" sz="1800" err="1">
                <a:solidFill>
                  <a:srgbClr val="332B60"/>
                </a:solidFill>
              </a:rPr>
              <a:t>Institute</a:t>
            </a:r>
            <a:r>
              <a:rPr lang="et-EE" sz="1800">
                <a:solidFill>
                  <a:srgbClr val="332B60"/>
                </a:solidFill>
              </a:rPr>
              <a:t> </a:t>
            </a:r>
          </a:p>
        </p:txBody>
      </p:sp>
      <p:sp>
        <p:nvSpPr>
          <p:cNvPr id="16" name="Text Placeholder 17"/>
          <p:cNvSpPr>
            <a:spLocks noGrp="1"/>
          </p:cNvSpPr>
          <p:nvPr>
            <p:ph type="body" sz="quarter" idx="14" hasCustomPrompt="1"/>
          </p:nvPr>
        </p:nvSpPr>
        <p:spPr>
          <a:xfrm>
            <a:off x="942276" y="4961733"/>
            <a:ext cx="8892396" cy="481427"/>
          </a:xfrm>
          <a:prstGeom prst="rect">
            <a:avLst/>
          </a:prstGeom>
        </p:spPr>
        <p:txBody>
          <a:bodyPr lIns="0" tIns="0" rIns="0" bIns="0">
            <a:noAutofit/>
          </a:bodyPr>
          <a:lstStyle>
            <a:lvl1pPr marL="0" marR="0" indent="0" algn="l" defTabSz="914400" rtl="0" eaLnBrk="1" fontAlgn="auto" latinLnBrk="0" hangingPunct="1">
              <a:lnSpc>
                <a:spcPct val="90000"/>
              </a:lnSpc>
              <a:spcBef>
                <a:spcPts val="1000"/>
              </a:spcBef>
              <a:spcAft>
                <a:spcPts val="0"/>
              </a:spcAft>
              <a:buClrTx/>
              <a:buSzTx/>
              <a:buFont typeface="Arial"/>
              <a:buNone/>
              <a:tabLst/>
              <a:defRPr sz="3200" b="1" i="0" cap="all" baseline="0">
                <a:solidFill>
                  <a:schemeClr val="accent1"/>
                </a:solidFill>
                <a:latin typeface="Verdana" charset="0"/>
              </a:defRPr>
            </a:lvl1pPr>
          </a:lstStyle>
          <a:p>
            <a:r>
              <a:rPr lang="et-EE" sz="3600"/>
              <a:t>On </a:t>
            </a:r>
            <a:r>
              <a:rPr lang="et-EE" sz="3600" err="1"/>
              <a:t>two</a:t>
            </a:r>
            <a:r>
              <a:rPr lang="et-EE" sz="3600"/>
              <a:t> </a:t>
            </a:r>
            <a:r>
              <a:rPr lang="et-EE" sz="3600" err="1"/>
              <a:t>rows</a:t>
            </a:r>
            <a:r>
              <a:rPr lang="et-EE" sz="3600"/>
              <a:t> </a:t>
            </a:r>
            <a:r>
              <a:rPr lang="et-EE" sz="3600" err="1"/>
              <a:t>if</a:t>
            </a:r>
            <a:r>
              <a:rPr lang="et-EE" sz="3600"/>
              <a:t> </a:t>
            </a:r>
            <a:r>
              <a:rPr lang="et-EE" sz="3600" err="1"/>
              <a:t>necessary</a:t>
            </a:r>
            <a:endParaRPr lang="et-EE" sz="3600"/>
          </a:p>
        </p:txBody>
      </p:sp>
      <p:sp>
        <p:nvSpPr>
          <p:cNvPr id="5" name="Date Placeholder 4">
            <a:extLst>
              <a:ext uri="{FF2B5EF4-FFF2-40B4-BE49-F238E27FC236}">
                <a16:creationId xmlns:a16="http://schemas.microsoft.com/office/drawing/2014/main" id="{E02623AA-F127-438E-83EA-5A4B108798AD}"/>
              </a:ext>
            </a:extLst>
          </p:cNvPr>
          <p:cNvSpPr>
            <a:spLocks noGrp="1"/>
          </p:cNvSpPr>
          <p:nvPr>
            <p:ph type="dt" sz="half" idx="15"/>
          </p:nvPr>
        </p:nvSpPr>
        <p:spPr>
          <a:xfrm>
            <a:off x="5878878" y="6208816"/>
            <a:ext cx="1916097" cy="365125"/>
          </a:xfrm>
          <a:prstGeom prst="rect">
            <a:avLst/>
          </a:prstGeom>
        </p:spPr>
        <p:txBody>
          <a:bodyPr/>
          <a:lstStyle>
            <a:lvl1pPr>
              <a:defRPr sz="2200">
                <a:solidFill>
                  <a:schemeClr val="tx2"/>
                </a:solidFill>
                <a:latin typeface="+mn-lt"/>
              </a:defRPr>
            </a:lvl1pPr>
          </a:lstStyle>
          <a:p>
            <a:fld id="{753892C2-EB78-4D5A-B775-B61492AB87AF}" type="datetime1">
              <a:rPr lang="et-EE" smtClean="0"/>
              <a:t>16.05.2025</a:t>
            </a:fld>
            <a:endParaRPr lang="et-EE"/>
          </a:p>
        </p:txBody>
      </p:sp>
      <p:pic>
        <p:nvPicPr>
          <p:cNvPr id="15" name="Picture 3" descr="C:\Users\ipihu\Desktop\logo.png">
            <a:extLst>
              <a:ext uri="{FF2B5EF4-FFF2-40B4-BE49-F238E27FC236}">
                <a16:creationId xmlns:a16="http://schemas.microsoft.com/office/drawing/2014/main" id="{317F9883-BBE6-4691-9B4E-6E83B08E5FD3}"/>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8686800" y="1966097"/>
            <a:ext cx="2449513"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lt 12">
            <a:extLst>
              <a:ext uri="{FF2B5EF4-FFF2-40B4-BE49-F238E27FC236}">
                <a16:creationId xmlns:a16="http://schemas.microsoft.com/office/drawing/2014/main" id="{388DC574-8DC9-41D9-9FF1-A9465364E3D7}"/>
              </a:ext>
            </a:extLst>
          </p:cNvPr>
          <p:cNvPicPr>
            <a:picLocks noChangeAspect="1"/>
          </p:cNvPicPr>
          <p:nvPr userDrawn="1"/>
        </p:nvPicPr>
        <p:blipFill>
          <a:blip r:embed="rId4"/>
          <a:stretch>
            <a:fillRect/>
          </a:stretch>
        </p:blipFill>
        <p:spPr>
          <a:xfrm>
            <a:off x="8676624" y="6205213"/>
            <a:ext cx="2446760" cy="336634"/>
          </a:xfrm>
          <a:prstGeom prst="rect">
            <a:avLst/>
          </a:prstGeom>
        </p:spPr>
      </p:pic>
    </p:spTree>
    <p:extLst>
      <p:ext uri="{BB962C8B-B14F-4D97-AF65-F5344CB8AC3E}">
        <p14:creationId xmlns:p14="http://schemas.microsoft.com/office/powerpoint/2010/main" val="3580372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in descending order">
    <p:spTree>
      <p:nvGrpSpPr>
        <p:cNvPr id="1" name=""/>
        <p:cNvGrpSpPr/>
        <p:nvPr/>
      </p:nvGrpSpPr>
      <p:grpSpPr>
        <a:xfrm>
          <a:off x="0" y="0"/>
          <a:ext cx="0" cy="0"/>
          <a:chOff x="0" y="0"/>
          <a:chExt cx="0" cy="0"/>
        </a:xfrm>
      </p:grpSpPr>
      <p:sp>
        <p:nvSpPr>
          <p:cNvPr id="10" name="Text Placeholder 9"/>
          <p:cNvSpPr>
            <a:spLocks noGrp="1"/>
          </p:cNvSpPr>
          <p:nvPr>
            <p:ph type="body" sz="quarter" idx="13" hasCustomPrompt="1"/>
          </p:nvPr>
        </p:nvSpPr>
        <p:spPr>
          <a:xfrm>
            <a:off x="479424" y="549275"/>
            <a:ext cx="10494517" cy="810888"/>
          </a:xfrm>
          <a:prstGeom prst="rect">
            <a:avLst/>
          </a:prstGeom>
        </p:spPr>
        <p:txBody>
          <a:bodyPr lIns="0" tIns="0" rIns="0" bIns="0"/>
          <a:lstStyle>
            <a:lvl1pPr marL="0" marR="0" indent="0" algn="l" defTabSz="914400" rtl="0" eaLnBrk="1" fontAlgn="auto" latinLnBrk="0" hangingPunct="1">
              <a:lnSpc>
                <a:spcPct val="100000"/>
              </a:lnSpc>
              <a:spcBef>
                <a:spcPts val="0"/>
              </a:spcBef>
              <a:spcAft>
                <a:spcPts val="0"/>
              </a:spcAft>
              <a:buClrTx/>
              <a:buSzTx/>
              <a:buFont typeface="Arial"/>
              <a:buNone/>
              <a:tabLst/>
              <a:defRPr sz="2200" b="1" i="0" cap="all" baseline="0">
                <a:solidFill>
                  <a:srgbClr val="332B60"/>
                </a:solidFill>
                <a:latin typeface="Verdana" charset="0"/>
              </a:defRPr>
            </a:lvl1pPr>
          </a:lstStyle>
          <a:p>
            <a:pPr lvl="0"/>
            <a:r>
              <a:rPr lang="en-US"/>
              <a:t>Slide title</a:t>
            </a:r>
            <a:br>
              <a:rPr lang="en-US"/>
            </a:br>
            <a:r>
              <a:rPr lang="en-US"/>
              <a:t>on two lines</a:t>
            </a:r>
            <a:r>
              <a:rPr lang="et-EE"/>
              <a:t> </a:t>
            </a:r>
            <a:r>
              <a:rPr lang="en-US"/>
              <a:t>if necessary</a:t>
            </a:r>
          </a:p>
        </p:txBody>
      </p:sp>
      <p:sp>
        <p:nvSpPr>
          <p:cNvPr id="21" name="Text Placeholder 11"/>
          <p:cNvSpPr>
            <a:spLocks noGrp="1"/>
          </p:cNvSpPr>
          <p:nvPr>
            <p:ph type="body" sz="quarter" idx="14" hasCustomPrompt="1"/>
          </p:nvPr>
        </p:nvSpPr>
        <p:spPr>
          <a:xfrm>
            <a:off x="2171700" y="1577500"/>
            <a:ext cx="8802242" cy="3939063"/>
          </a:xfrm>
          <a:prstGeom prst="rect">
            <a:avLst/>
          </a:prstGeom>
        </p:spPr>
        <p:txBody>
          <a:bodyPr lIns="0" tIns="0" rIns="0" bIns="0"/>
          <a:lstStyle>
            <a:lvl1pPr marL="285750" marR="0" indent="-285750" algn="l" defTabSz="914400" rtl="0" eaLnBrk="1" fontAlgn="auto" latinLnBrk="0" hangingPunct="1">
              <a:lnSpc>
                <a:spcPct val="100000"/>
              </a:lnSpc>
              <a:spcBef>
                <a:spcPts val="500"/>
              </a:spcBef>
              <a:spcAft>
                <a:spcPts val="0"/>
              </a:spcAft>
              <a:buClr>
                <a:srgbClr val="E4067E"/>
              </a:buClr>
              <a:buSzTx/>
              <a:buFont typeface="Wingdings" panose="05000000000000000000" pitchFamily="2" charset="2"/>
              <a:buChar char="§"/>
              <a:tabLst/>
              <a:defRPr lang="en-US" altLang="en-US" sz="1800" smtClean="0">
                <a:solidFill>
                  <a:srgbClr val="332B60"/>
                </a:solidFill>
              </a:defRPr>
            </a:lvl1pPr>
            <a:lvl2pPr marL="538163" indent="-273050">
              <a:lnSpc>
                <a:spcPct val="100000"/>
              </a:lnSpc>
              <a:spcBef>
                <a:spcPts val="500"/>
              </a:spcBef>
              <a:buClr>
                <a:srgbClr val="E4067E"/>
              </a:buClr>
              <a:buFont typeface="Wingdings" panose="05000000000000000000" pitchFamily="2" charset="2"/>
              <a:buChar char="§"/>
              <a:defRPr sz="1600">
                <a:solidFill>
                  <a:srgbClr val="332B60"/>
                </a:solidFill>
              </a:defRPr>
            </a:lvl2pPr>
            <a:lvl3pPr marL="823912" marR="0" indent="-285750" algn="l" defTabSz="914400" rtl="0" eaLnBrk="1" fontAlgn="base" latinLnBrk="0" hangingPunct="1">
              <a:lnSpc>
                <a:spcPct val="100000"/>
              </a:lnSpc>
              <a:spcBef>
                <a:spcPts val="500"/>
              </a:spcBef>
              <a:spcAft>
                <a:spcPct val="0"/>
              </a:spcAft>
              <a:buClr>
                <a:srgbClr val="E4067E"/>
              </a:buClr>
              <a:buSzTx/>
              <a:buFont typeface="Wingdings" panose="05000000000000000000" pitchFamily="2" charset="2"/>
              <a:buChar char="§"/>
              <a:tabLst/>
              <a:defRPr sz="1400">
                <a:solidFill>
                  <a:srgbClr val="332B60"/>
                </a:solidFill>
              </a:defRPr>
            </a:lvl3pPr>
            <a:lvl4pPr marL="1600200" marR="0" indent="-285750" algn="l" defTabSz="914400" rtl="0" eaLnBrk="1" fontAlgn="base" latinLnBrk="0" hangingPunct="1">
              <a:lnSpc>
                <a:spcPct val="100000"/>
              </a:lnSpc>
              <a:spcBef>
                <a:spcPts val="500"/>
              </a:spcBef>
              <a:spcAft>
                <a:spcPct val="0"/>
              </a:spcAft>
              <a:buClr>
                <a:srgbClr val="E4067E"/>
              </a:buClr>
              <a:buSzTx/>
              <a:buFont typeface="Wingdings" panose="05000000000000000000" pitchFamily="2" charset="2"/>
              <a:buChar char="§"/>
              <a:tabLst/>
              <a:defRPr sz="1200">
                <a:solidFill>
                  <a:srgbClr val="332B60"/>
                </a:solidFill>
              </a:defRPr>
            </a:lvl4pPr>
            <a:lvl5pPr marL="2057400" marR="0" indent="-285750" algn="l" defTabSz="914400" rtl="0" eaLnBrk="1" fontAlgn="base" latinLnBrk="0" hangingPunct="1">
              <a:lnSpc>
                <a:spcPct val="100000"/>
              </a:lnSpc>
              <a:spcBef>
                <a:spcPts val="500"/>
              </a:spcBef>
              <a:spcAft>
                <a:spcPct val="0"/>
              </a:spcAft>
              <a:buClr>
                <a:srgbClr val="E4067E"/>
              </a:buClr>
              <a:buSzTx/>
              <a:buFont typeface="Wingdings" panose="05000000000000000000" pitchFamily="2" charset="2"/>
              <a:buChar char="§"/>
              <a:tabLst/>
              <a:defRPr sz="1000">
                <a:solidFill>
                  <a:srgbClr val="332B60"/>
                </a:solidFill>
              </a:defRPr>
            </a:lvl5pPr>
            <a:lvl6pPr marL="2514600" marR="0" indent="-285750" algn="l" defTabSz="914400" rtl="0" eaLnBrk="1" fontAlgn="base" latinLnBrk="0" hangingPunct="1">
              <a:lnSpc>
                <a:spcPct val="90000"/>
              </a:lnSpc>
              <a:spcBef>
                <a:spcPts val="500"/>
              </a:spcBef>
              <a:spcAft>
                <a:spcPct val="0"/>
              </a:spcAft>
              <a:buClr>
                <a:srgbClr val="E4067E"/>
              </a:buClr>
              <a:buSzTx/>
              <a:buFont typeface="Wingdings" panose="05000000000000000000" pitchFamily="2" charset="2"/>
              <a:buChar char="§"/>
              <a:tabLst/>
              <a:defRPr sz="1800">
                <a:solidFill>
                  <a:srgbClr val="332B60"/>
                </a:solidFill>
              </a:defRPr>
            </a:lvl6pPr>
            <a:lvl7pPr>
              <a:defRPr sz="1800">
                <a:solidFill>
                  <a:srgbClr val="332B60"/>
                </a:solidFill>
              </a:defRPr>
            </a:lvl7pPr>
          </a:lstStyle>
          <a:p>
            <a:pPr lvl="0"/>
            <a:r>
              <a:rPr lang="et-EE" err="1"/>
              <a:t>Edit</a:t>
            </a:r>
            <a:r>
              <a:rPr lang="et-EE"/>
              <a:t> </a:t>
            </a:r>
            <a:r>
              <a:rPr lang="et-EE" err="1"/>
              <a:t>the</a:t>
            </a:r>
            <a:r>
              <a:rPr lang="et-EE"/>
              <a:t> </a:t>
            </a:r>
            <a:r>
              <a:rPr lang="et-EE" err="1"/>
              <a:t>text</a:t>
            </a:r>
            <a:r>
              <a:rPr lang="et-EE"/>
              <a:t> </a:t>
            </a:r>
          </a:p>
          <a:p>
            <a:pPr lvl="1"/>
            <a:r>
              <a:rPr lang="et-EE" err="1"/>
              <a:t>Edit</a:t>
            </a:r>
            <a:r>
              <a:rPr lang="et-EE"/>
              <a:t> </a:t>
            </a:r>
            <a:r>
              <a:rPr lang="et-EE" err="1"/>
              <a:t>the</a:t>
            </a:r>
            <a:r>
              <a:rPr lang="et-EE"/>
              <a:t> </a:t>
            </a:r>
            <a:r>
              <a:rPr lang="et-EE" err="1"/>
              <a:t>text</a:t>
            </a:r>
            <a:r>
              <a:rPr lang="et-EE"/>
              <a:t> </a:t>
            </a:r>
          </a:p>
          <a:p>
            <a:pPr lvl="2"/>
            <a:r>
              <a:rPr lang="et-EE" err="1"/>
              <a:t>Edit</a:t>
            </a:r>
            <a:r>
              <a:rPr lang="et-EE"/>
              <a:t> </a:t>
            </a:r>
            <a:r>
              <a:rPr lang="et-EE" err="1"/>
              <a:t>the</a:t>
            </a:r>
            <a:r>
              <a:rPr lang="et-EE"/>
              <a:t> </a:t>
            </a:r>
            <a:r>
              <a:rPr lang="et-EE" err="1"/>
              <a:t>text</a:t>
            </a:r>
            <a:r>
              <a:rPr lang="et-EE"/>
              <a:t> </a:t>
            </a:r>
          </a:p>
          <a:p>
            <a:pPr lvl="2"/>
            <a:endParaRPr lang="et-EE"/>
          </a:p>
          <a:p>
            <a:pPr lvl="0"/>
            <a:endParaRPr lang="et-EE"/>
          </a:p>
        </p:txBody>
      </p:sp>
    </p:spTree>
    <p:extLst>
      <p:ext uri="{BB962C8B-B14F-4D97-AF65-F5344CB8AC3E}">
        <p14:creationId xmlns:p14="http://schemas.microsoft.com/office/powerpoint/2010/main" val="2611767682"/>
      </p:ext>
    </p:extLst>
  </p:cSld>
  <p:clrMapOvr>
    <a:masterClrMapping/>
  </p:clrMapOvr>
  <p:extLst>
    <p:ext uri="{DCECCB84-F9BA-43D5-87BE-67443E8EF086}">
      <p15:sldGuideLst xmlns:p15="http://schemas.microsoft.com/office/powerpoint/2012/main">
        <p15:guide id="2" orient="horz" pos="1026" userDrawn="1">
          <p15:clr>
            <a:srgbClr val="FBAE40"/>
          </p15:clr>
        </p15:guide>
        <p15:guide id="3" pos="136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ullets">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B5F7B326-813F-48FE-A89E-578AEFA0CE37}"/>
              </a:ext>
            </a:extLst>
          </p:cNvPr>
          <p:cNvSpPr>
            <a:spLocks noGrp="1"/>
          </p:cNvSpPr>
          <p:nvPr>
            <p:ph type="body" sz="quarter" idx="13" hasCustomPrompt="1"/>
          </p:nvPr>
        </p:nvSpPr>
        <p:spPr>
          <a:xfrm>
            <a:off x="479424" y="549275"/>
            <a:ext cx="10494517" cy="810888"/>
          </a:xfrm>
          <a:prstGeom prst="rect">
            <a:avLst/>
          </a:prstGeom>
        </p:spPr>
        <p:txBody>
          <a:bodyPr lIns="0" tIns="0" rIns="0" bIns="0"/>
          <a:lstStyle>
            <a:lvl1pPr marL="0" marR="0" indent="0" algn="l" defTabSz="914400" rtl="0" eaLnBrk="1" fontAlgn="auto" latinLnBrk="0" hangingPunct="1">
              <a:lnSpc>
                <a:spcPct val="100000"/>
              </a:lnSpc>
              <a:spcBef>
                <a:spcPts val="0"/>
              </a:spcBef>
              <a:spcAft>
                <a:spcPts val="0"/>
              </a:spcAft>
              <a:buClrTx/>
              <a:buSzTx/>
              <a:buFont typeface="Arial"/>
              <a:buNone/>
              <a:tabLst/>
              <a:defRPr sz="2200" b="1" i="0" cap="all" baseline="0">
                <a:solidFill>
                  <a:srgbClr val="332B60"/>
                </a:solidFill>
                <a:latin typeface="Verdana" charset="0"/>
              </a:defRPr>
            </a:lvl1pPr>
          </a:lstStyle>
          <a:p>
            <a:pPr lvl="0"/>
            <a:r>
              <a:rPr lang="en-US"/>
              <a:t>Slide title</a:t>
            </a:r>
            <a:br>
              <a:rPr lang="en-US"/>
            </a:br>
            <a:r>
              <a:rPr lang="en-US"/>
              <a:t>on two lines</a:t>
            </a:r>
            <a:r>
              <a:rPr lang="et-EE"/>
              <a:t> </a:t>
            </a:r>
            <a:r>
              <a:rPr lang="en-US"/>
              <a:t>if necessary</a:t>
            </a:r>
          </a:p>
        </p:txBody>
      </p:sp>
      <p:sp>
        <p:nvSpPr>
          <p:cNvPr id="4" name="Text Placeholder 11">
            <a:extLst>
              <a:ext uri="{FF2B5EF4-FFF2-40B4-BE49-F238E27FC236}">
                <a16:creationId xmlns:a16="http://schemas.microsoft.com/office/drawing/2014/main" id="{48AB3674-C39F-4DA6-97F2-B4A2C52D87C4}"/>
              </a:ext>
            </a:extLst>
          </p:cNvPr>
          <p:cNvSpPr>
            <a:spLocks noGrp="1"/>
          </p:cNvSpPr>
          <p:nvPr>
            <p:ph type="body" sz="quarter" idx="16" hasCustomPrompt="1"/>
          </p:nvPr>
        </p:nvSpPr>
        <p:spPr>
          <a:xfrm>
            <a:off x="2171700" y="1577500"/>
            <a:ext cx="8802241" cy="3939063"/>
          </a:xfrm>
          <a:prstGeom prst="rect">
            <a:avLst/>
          </a:prstGeom>
        </p:spPr>
        <p:txBody>
          <a:bodyPr lIns="0" tIns="0" rIns="0" bIns="0">
            <a:normAutofit/>
          </a:bodyPr>
          <a:lstStyle>
            <a:lvl1pPr marL="358775" marR="0" indent="-358775" algn="l" defTabSz="914400" rtl="0" eaLnBrk="1" fontAlgn="auto" latinLnBrk="0" hangingPunct="1">
              <a:lnSpc>
                <a:spcPct val="100000"/>
              </a:lnSpc>
              <a:spcBef>
                <a:spcPts val="1000"/>
              </a:spcBef>
              <a:spcAft>
                <a:spcPts val="0"/>
              </a:spcAft>
              <a:buClr>
                <a:srgbClr val="E4067E"/>
              </a:buClr>
              <a:buSzTx/>
              <a:buFont typeface="Wingdings" panose="05000000000000000000" pitchFamily="2" charset="2"/>
              <a:buChar char="§"/>
              <a:tabLst/>
              <a:defRPr sz="1800" baseline="0">
                <a:solidFill>
                  <a:srgbClr val="332B60"/>
                </a:solidFill>
                <a:latin typeface="Verdana" charset="0"/>
              </a:defRPr>
            </a:lvl1pPr>
            <a:lvl2pPr marL="358775" indent="-358775">
              <a:lnSpc>
                <a:spcPct val="100000"/>
              </a:lnSpc>
              <a:buClr>
                <a:srgbClr val="E4067E"/>
              </a:buClr>
              <a:buFont typeface="Wingdings" panose="05000000000000000000" pitchFamily="2" charset="2"/>
              <a:buChar char="§"/>
              <a:tabLst/>
              <a:defRPr sz="1800">
                <a:solidFill>
                  <a:srgbClr val="332B60"/>
                </a:solidFill>
              </a:defRPr>
            </a:lvl2pPr>
            <a:lvl3pPr marL="358775" indent="-358775">
              <a:lnSpc>
                <a:spcPct val="100000"/>
              </a:lnSpc>
              <a:buClr>
                <a:srgbClr val="E4067E"/>
              </a:buClr>
              <a:buFont typeface="Wingdings" panose="05000000000000000000" pitchFamily="2" charset="2"/>
              <a:buChar char="§"/>
              <a:tabLst/>
              <a:defRPr sz="1800">
                <a:solidFill>
                  <a:srgbClr val="332B60"/>
                </a:solidFill>
              </a:defRPr>
            </a:lvl3pPr>
            <a:lvl4pPr marL="2057400" marR="0" indent="-2057400" algn="l" defTabSz="914400" rtl="0" eaLnBrk="1" fontAlgn="base" latinLnBrk="0" hangingPunct="1">
              <a:lnSpc>
                <a:spcPct val="90000"/>
              </a:lnSpc>
              <a:spcBef>
                <a:spcPts val="500"/>
              </a:spcBef>
              <a:spcAft>
                <a:spcPct val="0"/>
              </a:spcAft>
              <a:buClr>
                <a:srgbClr val="E4067E"/>
              </a:buClr>
              <a:buSzTx/>
              <a:buFont typeface="Wingdings" panose="05000000000000000000" pitchFamily="2" charset="2"/>
              <a:buChar char="§"/>
              <a:tabLst>
                <a:tab pos="444500" algn="l"/>
              </a:tabLst>
              <a:defRPr sz="1800">
                <a:solidFill>
                  <a:srgbClr val="332B60"/>
                </a:solidFill>
              </a:defRPr>
            </a:lvl4pPr>
            <a:lvl5pPr marL="2057400" marR="0" indent="-2057400" algn="l" defTabSz="914400" rtl="0" eaLnBrk="1" fontAlgn="base" latinLnBrk="0" hangingPunct="1">
              <a:lnSpc>
                <a:spcPct val="90000"/>
              </a:lnSpc>
              <a:spcBef>
                <a:spcPts val="500"/>
              </a:spcBef>
              <a:spcAft>
                <a:spcPct val="0"/>
              </a:spcAft>
              <a:buClr>
                <a:srgbClr val="E4067E"/>
              </a:buClr>
              <a:buSzTx/>
              <a:buFont typeface="Wingdings" panose="05000000000000000000" pitchFamily="2" charset="2"/>
              <a:buChar char="§"/>
              <a:tabLst>
                <a:tab pos="444500" algn="l"/>
              </a:tabLst>
              <a:defRPr sz="1800">
                <a:solidFill>
                  <a:srgbClr val="332B60"/>
                </a:solidFill>
              </a:defRPr>
            </a:lvl5pPr>
            <a:lvl6pPr marL="2514600" marR="0" indent="-285750" algn="l" defTabSz="914400" rtl="0" eaLnBrk="1" fontAlgn="base" latinLnBrk="0" hangingPunct="1">
              <a:lnSpc>
                <a:spcPct val="90000"/>
              </a:lnSpc>
              <a:spcBef>
                <a:spcPts val="500"/>
              </a:spcBef>
              <a:spcAft>
                <a:spcPct val="0"/>
              </a:spcAft>
              <a:buClr>
                <a:srgbClr val="E4067E"/>
              </a:buClr>
              <a:buSzTx/>
              <a:buFont typeface="Wingdings" panose="05000000000000000000" pitchFamily="2" charset="2"/>
              <a:buChar char="§"/>
              <a:tabLst/>
              <a:defRPr sz="1800">
                <a:solidFill>
                  <a:srgbClr val="332B60"/>
                </a:solidFill>
              </a:defRPr>
            </a:lvl6pPr>
            <a:lvl7pPr marL="2971800" marR="0" indent="-285750" algn="l" defTabSz="914400" rtl="0" eaLnBrk="1" fontAlgn="base" latinLnBrk="0" hangingPunct="1">
              <a:lnSpc>
                <a:spcPct val="90000"/>
              </a:lnSpc>
              <a:spcBef>
                <a:spcPts val="500"/>
              </a:spcBef>
              <a:spcAft>
                <a:spcPct val="0"/>
              </a:spcAft>
              <a:buClr>
                <a:srgbClr val="E4067E"/>
              </a:buClr>
              <a:buSzTx/>
              <a:buFont typeface="Wingdings" panose="05000000000000000000" pitchFamily="2" charset="2"/>
              <a:buChar char="§"/>
              <a:tabLst/>
              <a:defRPr sz="1800">
                <a:solidFill>
                  <a:srgbClr val="332B60"/>
                </a:solidFill>
              </a:defRPr>
            </a:lvl7pPr>
          </a:lstStyle>
          <a:p>
            <a:pPr lvl="0"/>
            <a:r>
              <a:rPr lang="et-EE" err="1"/>
              <a:t>Edit</a:t>
            </a:r>
            <a:r>
              <a:rPr lang="et-EE"/>
              <a:t> </a:t>
            </a:r>
            <a:r>
              <a:rPr lang="et-EE" err="1"/>
              <a:t>the</a:t>
            </a:r>
            <a:r>
              <a:rPr lang="et-EE"/>
              <a:t> </a:t>
            </a:r>
            <a:r>
              <a:rPr lang="et-EE" err="1"/>
              <a:t>text</a:t>
            </a:r>
            <a:r>
              <a:rPr lang="et-EE"/>
              <a:t> </a:t>
            </a:r>
          </a:p>
          <a:p>
            <a:pPr lvl="1"/>
            <a:r>
              <a:rPr lang="et-EE" err="1"/>
              <a:t>Edit</a:t>
            </a:r>
            <a:r>
              <a:rPr lang="et-EE"/>
              <a:t> </a:t>
            </a:r>
            <a:r>
              <a:rPr lang="et-EE" err="1"/>
              <a:t>the</a:t>
            </a:r>
            <a:r>
              <a:rPr lang="et-EE"/>
              <a:t> </a:t>
            </a:r>
            <a:r>
              <a:rPr lang="et-EE" err="1"/>
              <a:t>text</a:t>
            </a:r>
            <a:r>
              <a:rPr lang="et-EE"/>
              <a:t> </a:t>
            </a:r>
          </a:p>
          <a:p>
            <a:pPr lvl="2"/>
            <a:r>
              <a:rPr lang="et-EE" err="1"/>
              <a:t>Edit</a:t>
            </a:r>
            <a:r>
              <a:rPr lang="et-EE"/>
              <a:t> </a:t>
            </a:r>
            <a:r>
              <a:rPr lang="et-EE" err="1"/>
              <a:t>the</a:t>
            </a:r>
            <a:r>
              <a:rPr lang="et-EE"/>
              <a:t> </a:t>
            </a:r>
            <a:r>
              <a:rPr lang="et-EE" err="1"/>
              <a:t>text</a:t>
            </a:r>
            <a:r>
              <a:rPr lang="et-EE"/>
              <a:t> </a:t>
            </a:r>
          </a:p>
        </p:txBody>
      </p:sp>
    </p:spTree>
    <p:extLst>
      <p:ext uri="{BB962C8B-B14F-4D97-AF65-F5344CB8AC3E}">
        <p14:creationId xmlns:p14="http://schemas.microsoft.com/office/powerpoint/2010/main" val="412272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and graphics">
    <p:spTree>
      <p:nvGrpSpPr>
        <p:cNvPr id="1" name=""/>
        <p:cNvGrpSpPr/>
        <p:nvPr/>
      </p:nvGrpSpPr>
      <p:grpSpPr>
        <a:xfrm>
          <a:off x="0" y="0"/>
          <a:ext cx="0" cy="0"/>
          <a:chOff x="0" y="0"/>
          <a:chExt cx="0" cy="0"/>
        </a:xfrm>
      </p:grpSpPr>
      <p:sp>
        <p:nvSpPr>
          <p:cNvPr id="11" name="Text Placeholder 9"/>
          <p:cNvSpPr>
            <a:spLocks noGrp="1"/>
          </p:cNvSpPr>
          <p:nvPr>
            <p:ph type="body" sz="quarter" idx="13" hasCustomPrompt="1"/>
          </p:nvPr>
        </p:nvSpPr>
        <p:spPr>
          <a:xfrm>
            <a:off x="479425" y="549275"/>
            <a:ext cx="10494517" cy="802772"/>
          </a:xfrm>
          <a:prstGeom prst="rect">
            <a:avLst/>
          </a:prstGeom>
        </p:spPr>
        <p:txBody>
          <a:bodyPr lIns="0" tIns="0" rIns="0" bIns="0"/>
          <a:lstStyle>
            <a:lvl1pPr marL="0" marR="0" indent="0" algn="l" defTabSz="914400" rtl="0" eaLnBrk="1" fontAlgn="auto" latinLnBrk="0" hangingPunct="1">
              <a:lnSpc>
                <a:spcPct val="100000"/>
              </a:lnSpc>
              <a:spcBef>
                <a:spcPts val="0"/>
              </a:spcBef>
              <a:spcAft>
                <a:spcPts val="0"/>
              </a:spcAft>
              <a:buClrTx/>
              <a:buSzTx/>
              <a:buFont typeface="Arial"/>
              <a:buNone/>
              <a:tabLst/>
              <a:defRPr sz="2200" b="1" i="0" cap="all" baseline="0">
                <a:solidFill>
                  <a:srgbClr val="332B60"/>
                </a:solidFill>
                <a:latin typeface="Verdana" charset="0"/>
              </a:defRPr>
            </a:lvl1pPr>
            <a:lvl2pPr>
              <a:defRPr sz="2500"/>
            </a:lvl2pPr>
          </a:lstStyle>
          <a:p>
            <a:pPr lvl="0"/>
            <a:r>
              <a:rPr lang="en-US"/>
              <a:t>Slide title</a:t>
            </a:r>
            <a:br>
              <a:rPr lang="en-US"/>
            </a:br>
            <a:r>
              <a:rPr lang="en-US"/>
              <a:t>on two lines</a:t>
            </a:r>
            <a:r>
              <a:rPr lang="et-EE"/>
              <a:t> </a:t>
            </a:r>
            <a:r>
              <a:rPr lang="en-US"/>
              <a:t>if necessary</a:t>
            </a:r>
          </a:p>
        </p:txBody>
      </p:sp>
      <p:sp>
        <p:nvSpPr>
          <p:cNvPr id="14" name="Chart Placeholder 13"/>
          <p:cNvSpPr>
            <a:spLocks noGrp="1"/>
          </p:cNvSpPr>
          <p:nvPr>
            <p:ph type="chart" sz="quarter" idx="15" hasCustomPrompt="1"/>
          </p:nvPr>
        </p:nvSpPr>
        <p:spPr>
          <a:xfrm>
            <a:off x="2174952" y="3124632"/>
            <a:ext cx="8790444" cy="2391932"/>
          </a:xfrm>
          <a:prstGeom prst="rect">
            <a:avLst/>
          </a:prstGeom>
        </p:spPr>
        <p:txBody>
          <a:bodyPr/>
          <a:lstStyle>
            <a:lvl1pPr marL="228600" indent="-228600">
              <a:buClr>
                <a:schemeClr val="accent1"/>
              </a:buClr>
              <a:buFont typeface="Wingdings" panose="05000000000000000000" pitchFamily="2" charset="2"/>
              <a:buChar char="§"/>
              <a:defRPr sz="1800">
                <a:solidFill>
                  <a:srgbClr val="332B60"/>
                </a:solidFill>
              </a:defRPr>
            </a:lvl1pPr>
          </a:lstStyle>
          <a:p>
            <a:pPr lvl="0"/>
            <a:r>
              <a:rPr lang="et-EE" noProof="0" err="1"/>
              <a:t>Click</a:t>
            </a:r>
            <a:r>
              <a:rPr lang="et-EE" noProof="0"/>
              <a:t> </a:t>
            </a:r>
            <a:r>
              <a:rPr lang="et-EE" noProof="0" err="1"/>
              <a:t>to</a:t>
            </a:r>
            <a:r>
              <a:rPr lang="et-EE" noProof="0"/>
              <a:t> </a:t>
            </a:r>
            <a:r>
              <a:rPr lang="et-EE" noProof="0" err="1"/>
              <a:t>add</a:t>
            </a:r>
            <a:r>
              <a:rPr lang="et-EE" noProof="0"/>
              <a:t> a </a:t>
            </a:r>
            <a:r>
              <a:rPr lang="et-EE" noProof="0" err="1"/>
              <a:t>diagram</a:t>
            </a:r>
            <a:endParaRPr lang="en-US" noProof="0"/>
          </a:p>
        </p:txBody>
      </p:sp>
      <p:sp>
        <p:nvSpPr>
          <p:cNvPr id="12" name="Text Placeholder 15">
            <a:extLst>
              <a:ext uri="{FF2B5EF4-FFF2-40B4-BE49-F238E27FC236}">
                <a16:creationId xmlns:a16="http://schemas.microsoft.com/office/drawing/2014/main" id="{069ADBBB-F52C-430F-81D8-C0553F11B19B}"/>
              </a:ext>
            </a:extLst>
          </p:cNvPr>
          <p:cNvSpPr>
            <a:spLocks noGrp="1"/>
          </p:cNvSpPr>
          <p:nvPr>
            <p:ph type="body" sz="quarter" idx="22" hasCustomPrompt="1"/>
          </p:nvPr>
        </p:nvSpPr>
        <p:spPr>
          <a:xfrm>
            <a:off x="2171700" y="2052009"/>
            <a:ext cx="8790444" cy="901807"/>
          </a:xfrm>
          <a:prstGeom prst="rect">
            <a:avLst/>
          </a:prstGeom>
        </p:spPr>
        <p:txBody>
          <a:bodyPr lIns="0" tIns="0" rIns="0" bIns="0"/>
          <a:lstStyle>
            <a:lvl1pPr marL="228600" indent="-228600">
              <a:lnSpc>
                <a:spcPct val="100000"/>
              </a:lnSpc>
              <a:spcBef>
                <a:spcPts val="500"/>
              </a:spcBef>
              <a:buClr>
                <a:srgbClr val="E4067E"/>
              </a:buClr>
              <a:buFont typeface="Wingdings" panose="05000000000000000000" pitchFamily="2" charset="2"/>
              <a:buChar char="§"/>
              <a:defRPr sz="1800" baseline="0">
                <a:solidFill>
                  <a:srgbClr val="332B60"/>
                </a:solidFill>
                <a:latin typeface="Verdana" charset="0"/>
              </a:defRPr>
            </a:lvl1pPr>
            <a:lvl2pPr marL="538163" indent="-273050">
              <a:lnSpc>
                <a:spcPct val="100000"/>
              </a:lnSpc>
              <a:spcBef>
                <a:spcPts val="500"/>
              </a:spcBef>
              <a:buClr>
                <a:srgbClr val="E4067E"/>
              </a:buClr>
              <a:buFont typeface="Wingdings" panose="05000000000000000000" pitchFamily="2" charset="2"/>
              <a:buChar char="§"/>
              <a:defRPr sz="1600">
                <a:solidFill>
                  <a:srgbClr val="332B60"/>
                </a:solidFill>
              </a:defRPr>
            </a:lvl2pPr>
            <a:lvl3pPr marL="803275" indent="-265113">
              <a:lnSpc>
                <a:spcPct val="100000"/>
              </a:lnSpc>
              <a:spcBef>
                <a:spcPts val="500"/>
              </a:spcBef>
              <a:buClr>
                <a:srgbClr val="E4067E"/>
              </a:buClr>
              <a:buFont typeface="Wingdings" panose="05000000000000000000" pitchFamily="2" charset="2"/>
              <a:buChar char="§"/>
              <a:defRPr sz="1400">
                <a:solidFill>
                  <a:srgbClr val="332B60"/>
                </a:solidFill>
              </a:defRPr>
            </a:lvl3pPr>
            <a:lvl4pPr marL="1371600" indent="0">
              <a:buFont typeface="Verdana" panose="020B0604030504040204" pitchFamily="34" charset="0"/>
              <a:buNone/>
              <a:defRPr/>
            </a:lvl4pPr>
          </a:lstStyle>
          <a:p>
            <a:pPr lvl="0"/>
            <a:r>
              <a:rPr lang="et-EE" err="1"/>
              <a:t>Edit</a:t>
            </a:r>
            <a:r>
              <a:rPr lang="et-EE"/>
              <a:t> </a:t>
            </a:r>
            <a:r>
              <a:rPr lang="et-EE" err="1"/>
              <a:t>the</a:t>
            </a:r>
            <a:r>
              <a:rPr lang="et-EE"/>
              <a:t> </a:t>
            </a:r>
            <a:r>
              <a:rPr lang="et-EE" err="1"/>
              <a:t>text</a:t>
            </a:r>
            <a:r>
              <a:rPr lang="et-EE"/>
              <a:t> </a:t>
            </a:r>
          </a:p>
          <a:p>
            <a:pPr lvl="1"/>
            <a:r>
              <a:rPr lang="et-EE" err="1"/>
              <a:t>Edit</a:t>
            </a:r>
            <a:r>
              <a:rPr lang="et-EE"/>
              <a:t> </a:t>
            </a:r>
            <a:r>
              <a:rPr lang="et-EE" err="1"/>
              <a:t>the</a:t>
            </a:r>
            <a:r>
              <a:rPr lang="et-EE"/>
              <a:t> </a:t>
            </a:r>
            <a:r>
              <a:rPr lang="et-EE" err="1"/>
              <a:t>text</a:t>
            </a:r>
            <a:r>
              <a:rPr lang="et-EE"/>
              <a:t> </a:t>
            </a:r>
          </a:p>
          <a:p>
            <a:pPr lvl="2"/>
            <a:r>
              <a:rPr lang="et-EE" err="1"/>
              <a:t>Edit</a:t>
            </a:r>
            <a:r>
              <a:rPr lang="et-EE"/>
              <a:t> </a:t>
            </a:r>
            <a:r>
              <a:rPr lang="et-EE" err="1"/>
              <a:t>the</a:t>
            </a:r>
            <a:r>
              <a:rPr lang="et-EE"/>
              <a:t> </a:t>
            </a:r>
            <a:r>
              <a:rPr lang="et-EE" err="1"/>
              <a:t>text</a:t>
            </a:r>
            <a:endParaRPr lang="et-EE"/>
          </a:p>
        </p:txBody>
      </p:sp>
      <p:sp>
        <p:nvSpPr>
          <p:cNvPr id="13" name="Text Placeholder 11">
            <a:extLst>
              <a:ext uri="{FF2B5EF4-FFF2-40B4-BE49-F238E27FC236}">
                <a16:creationId xmlns:a16="http://schemas.microsoft.com/office/drawing/2014/main" id="{E3C14B6D-2F63-42AE-803C-12721774D903}"/>
              </a:ext>
            </a:extLst>
          </p:cNvPr>
          <p:cNvSpPr>
            <a:spLocks noGrp="1"/>
          </p:cNvSpPr>
          <p:nvPr>
            <p:ph type="body" sz="quarter" idx="23" hasCustomPrompt="1"/>
          </p:nvPr>
        </p:nvSpPr>
        <p:spPr>
          <a:xfrm>
            <a:off x="2171700" y="1578522"/>
            <a:ext cx="8790444" cy="413669"/>
          </a:xfrm>
          <a:prstGeom prst="rect">
            <a:avLst/>
          </a:prstGeom>
        </p:spPr>
        <p:txBody>
          <a:bodyPr lIns="0" tIns="0" rIns="0" bIns="0"/>
          <a:lstStyle>
            <a:lvl1pPr marL="0" marR="0" indent="0" algn="l" defTabSz="914400" rtl="0" eaLnBrk="1" fontAlgn="auto" latinLnBrk="0" hangingPunct="1">
              <a:lnSpc>
                <a:spcPct val="100000"/>
              </a:lnSpc>
              <a:spcBef>
                <a:spcPts val="500"/>
              </a:spcBef>
              <a:spcAft>
                <a:spcPts val="0"/>
              </a:spcAft>
              <a:buClrTx/>
              <a:buSzTx/>
              <a:buFont typeface="Wingdings" panose="05000000000000000000" pitchFamily="2" charset="2"/>
              <a:buNone/>
              <a:tabLst/>
              <a:defRPr sz="1800" baseline="0">
                <a:solidFill>
                  <a:srgbClr val="332B60"/>
                </a:solidFill>
                <a:latin typeface="Verdana" charset="0"/>
              </a:defRPr>
            </a:lvl1pPr>
          </a:lstStyle>
          <a:p>
            <a:pPr lvl="0"/>
            <a:r>
              <a:rPr lang="en-US"/>
              <a:t>Edit control slide text styles </a:t>
            </a:r>
            <a:endParaRPr lang="et-EE"/>
          </a:p>
        </p:txBody>
      </p:sp>
    </p:spTree>
    <p:extLst>
      <p:ext uri="{BB962C8B-B14F-4D97-AF65-F5344CB8AC3E}">
        <p14:creationId xmlns:p14="http://schemas.microsoft.com/office/powerpoint/2010/main" val="4102421693"/>
      </p:ext>
    </p:extLst>
  </p:cSld>
  <p:clrMapOvr>
    <a:masterClrMapping/>
  </p:clrMapOvr>
  <p:extLst>
    <p:ext uri="{DCECCB84-F9BA-43D5-87BE-67443E8EF086}">
      <p15:sldGuideLst xmlns:p15="http://schemas.microsoft.com/office/powerpoint/2012/main">
        <p15:guide id="2" orient="horz" pos="1026" userDrawn="1">
          <p15:clr>
            <a:srgbClr val="FBAE40"/>
          </p15:clr>
        </p15:guide>
        <p15:guide id="3" orient="horz" pos="399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11" name="Text Placeholder 9"/>
          <p:cNvSpPr>
            <a:spLocks noGrp="1"/>
          </p:cNvSpPr>
          <p:nvPr>
            <p:ph type="body" sz="quarter" idx="13" hasCustomPrompt="1"/>
          </p:nvPr>
        </p:nvSpPr>
        <p:spPr>
          <a:xfrm>
            <a:off x="479424" y="549275"/>
            <a:ext cx="10656887" cy="810887"/>
          </a:xfrm>
          <a:prstGeom prst="rect">
            <a:avLst/>
          </a:prstGeom>
        </p:spPr>
        <p:txBody>
          <a:bodyPr lIns="0" tIns="0" rIns="0" bIns="0"/>
          <a:lstStyle>
            <a:lvl1pPr marL="0" marR="0" indent="0" algn="l" defTabSz="914400" rtl="0" eaLnBrk="1" fontAlgn="auto" latinLnBrk="0" hangingPunct="1">
              <a:lnSpc>
                <a:spcPct val="100000"/>
              </a:lnSpc>
              <a:spcBef>
                <a:spcPts val="0"/>
              </a:spcBef>
              <a:spcAft>
                <a:spcPts val="0"/>
              </a:spcAft>
              <a:buClrTx/>
              <a:buSzTx/>
              <a:buFont typeface="Arial"/>
              <a:buNone/>
              <a:tabLst/>
              <a:defRPr sz="2200" b="1" i="0" cap="all" baseline="0">
                <a:solidFill>
                  <a:srgbClr val="332B60"/>
                </a:solidFill>
                <a:latin typeface="Verdana" charset="0"/>
              </a:defRPr>
            </a:lvl1pPr>
          </a:lstStyle>
          <a:p>
            <a:pPr lvl="0"/>
            <a:r>
              <a:rPr lang="en-US"/>
              <a:t>Slide title</a:t>
            </a:r>
            <a:br>
              <a:rPr lang="en-US"/>
            </a:br>
            <a:r>
              <a:rPr lang="en-US"/>
              <a:t>on two lines</a:t>
            </a:r>
            <a:r>
              <a:rPr lang="et-EE"/>
              <a:t> </a:t>
            </a:r>
            <a:r>
              <a:rPr lang="en-US"/>
              <a:t>if necessary</a:t>
            </a:r>
          </a:p>
        </p:txBody>
      </p:sp>
      <p:sp>
        <p:nvSpPr>
          <p:cNvPr id="12" name="Text Placeholder 11"/>
          <p:cNvSpPr>
            <a:spLocks noGrp="1"/>
          </p:cNvSpPr>
          <p:nvPr>
            <p:ph type="body" sz="quarter" idx="14" hasCustomPrompt="1"/>
          </p:nvPr>
        </p:nvSpPr>
        <p:spPr>
          <a:xfrm>
            <a:off x="2171700" y="1586046"/>
            <a:ext cx="8964612" cy="388032"/>
          </a:xfrm>
          <a:prstGeom prst="rect">
            <a:avLst/>
          </a:prstGeom>
        </p:spPr>
        <p:txBody>
          <a:bodyPr lIns="0" tIns="0" rIns="0" bIns="0"/>
          <a:lstStyle>
            <a:lvl1pPr marL="228600" marR="0" indent="-228600" algn="l" defTabSz="914400" rtl="0" eaLnBrk="1" fontAlgn="auto" latinLnBrk="0" hangingPunct="1">
              <a:lnSpc>
                <a:spcPct val="100000"/>
              </a:lnSpc>
              <a:spcBef>
                <a:spcPts val="500"/>
              </a:spcBef>
              <a:spcAft>
                <a:spcPts val="0"/>
              </a:spcAft>
              <a:buClrTx/>
              <a:buSzTx/>
              <a:buFont typeface="Arial"/>
              <a:buNone/>
              <a:tabLst/>
              <a:defRPr sz="1800" baseline="0">
                <a:solidFill>
                  <a:srgbClr val="332B60"/>
                </a:solidFill>
                <a:latin typeface="Verdana" charset="0"/>
              </a:defRPr>
            </a:lvl1pPr>
          </a:lstStyle>
          <a:p>
            <a:pPr lvl="0"/>
            <a:r>
              <a:rPr lang="en-US"/>
              <a:t>Edit control slide text styles </a:t>
            </a:r>
            <a:endParaRPr lang="et-EE"/>
          </a:p>
        </p:txBody>
      </p:sp>
      <p:sp>
        <p:nvSpPr>
          <p:cNvPr id="3" name="Picture Placeholder 2"/>
          <p:cNvSpPr>
            <a:spLocks noGrp="1"/>
          </p:cNvSpPr>
          <p:nvPr>
            <p:ph type="pic" sz="quarter" idx="16" hasCustomPrompt="1"/>
          </p:nvPr>
        </p:nvSpPr>
        <p:spPr>
          <a:xfrm>
            <a:off x="2180246" y="2127902"/>
            <a:ext cx="8964613" cy="3388661"/>
          </a:xfrm>
          <a:prstGeom prst="rect">
            <a:avLst/>
          </a:prstGeom>
        </p:spPr>
        <p:txBody>
          <a:bodyPr/>
          <a:lstStyle>
            <a:lvl1pPr marL="228600" indent="-228600">
              <a:buClr>
                <a:schemeClr val="accent1"/>
              </a:buClr>
              <a:buFont typeface="Wingdings" panose="05000000000000000000" pitchFamily="2" charset="2"/>
              <a:buChar char="§"/>
              <a:defRPr sz="1800">
                <a:solidFill>
                  <a:srgbClr val="332B60"/>
                </a:solidFill>
                <a:latin typeface="+mn-lt"/>
              </a:defRPr>
            </a:lvl1pPr>
          </a:lstStyle>
          <a:p>
            <a:pPr lvl="0"/>
            <a:r>
              <a:rPr lang="et-EE" noProof="0" err="1"/>
              <a:t>Click</a:t>
            </a:r>
            <a:r>
              <a:rPr lang="et-EE" noProof="0"/>
              <a:t> </a:t>
            </a:r>
            <a:r>
              <a:rPr lang="et-EE" noProof="0" err="1"/>
              <a:t>to</a:t>
            </a:r>
            <a:r>
              <a:rPr lang="et-EE" noProof="0"/>
              <a:t> </a:t>
            </a:r>
            <a:r>
              <a:rPr lang="et-EE" noProof="0" err="1"/>
              <a:t>add</a:t>
            </a:r>
            <a:r>
              <a:rPr lang="et-EE" noProof="0"/>
              <a:t> a </a:t>
            </a:r>
            <a:r>
              <a:rPr lang="et-EE" noProof="0" err="1"/>
              <a:t>picture</a:t>
            </a:r>
            <a:endParaRPr lang="en-US" noProof="0"/>
          </a:p>
        </p:txBody>
      </p:sp>
    </p:spTree>
    <p:extLst>
      <p:ext uri="{BB962C8B-B14F-4D97-AF65-F5344CB8AC3E}">
        <p14:creationId xmlns:p14="http://schemas.microsoft.com/office/powerpoint/2010/main" val="2335592993"/>
      </p:ext>
    </p:extLst>
  </p:cSld>
  <p:clrMapOvr>
    <a:masterClrMapping/>
  </p:clrMapOvr>
  <p:extLst>
    <p:ext uri="{DCECCB84-F9BA-43D5-87BE-67443E8EF086}">
      <p15:sldGuideLst xmlns:p15="http://schemas.microsoft.com/office/powerpoint/2012/main">
        <p15:guide id="2" orient="horz" pos="3997" userDrawn="1">
          <p15:clr>
            <a:srgbClr val="FBAE40"/>
          </p15:clr>
        </p15:guide>
        <p15:guide id="3" orient="horz" pos="102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and graphics 2">
    <p:spTree>
      <p:nvGrpSpPr>
        <p:cNvPr id="1" name=""/>
        <p:cNvGrpSpPr/>
        <p:nvPr/>
      </p:nvGrpSpPr>
      <p:grpSpPr>
        <a:xfrm>
          <a:off x="0" y="0"/>
          <a:ext cx="0" cy="0"/>
          <a:chOff x="0" y="0"/>
          <a:chExt cx="0" cy="0"/>
        </a:xfrm>
      </p:grpSpPr>
      <p:sp>
        <p:nvSpPr>
          <p:cNvPr id="10" name="Text Placeholder 9"/>
          <p:cNvSpPr>
            <a:spLocks noGrp="1"/>
          </p:cNvSpPr>
          <p:nvPr>
            <p:ph type="body" sz="quarter" idx="13" hasCustomPrompt="1"/>
          </p:nvPr>
        </p:nvSpPr>
        <p:spPr>
          <a:xfrm>
            <a:off x="479427" y="549275"/>
            <a:ext cx="6109380" cy="755228"/>
          </a:xfrm>
          <a:prstGeom prst="rect">
            <a:avLst/>
          </a:prstGeom>
        </p:spPr>
        <p:txBody>
          <a:bodyPr lIns="0" tIns="0" rIns="0" bIns="0"/>
          <a:lstStyle>
            <a:lvl1pPr marL="0" marR="0" indent="0" algn="l" defTabSz="914400" rtl="0" eaLnBrk="1" fontAlgn="auto" latinLnBrk="0" hangingPunct="1">
              <a:lnSpc>
                <a:spcPct val="100000"/>
              </a:lnSpc>
              <a:spcBef>
                <a:spcPts val="0"/>
              </a:spcBef>
              <a:spcAft>
                <a:spcPts val="0"/>
              </a:spcAft>
              <a:buClrTx/>
              <a:buSzTx/>
              <a:buFont typeface="Arial"/>
              <a:buNone/>
              <a:tabLst/>
              <a:defRPr sz="2200" b="1" i="0" cap="all" baseline="0">
                <a:solidFill>
                  <a:srgbClr val="332B60"/>
                </a:solidFill>
                <a:latin typeface="Verdana" charset="0"/>
              </a:defRPr>
            </a:lvl1pPr>
          </a:lstStyle>
          <a:p>
            <a:pPr lvl="0"/>
            <a:r>
              <a:rPr lang="en-US"/>
              <a:t>Slide title</a:t>
            </a:r>
            <a:br>
              <a:rPr lang="en-US"/>
            </a:br>
            <a:r>
              <a:rPr lang="en-US"/>
              <a:t>on two lines</a:t>
            </a:r>
            <a:r>
              <a:rPr lang="et-EE"/>
              <a:t> </a:t>
            </a:r>
            <a:r>
              <a:rPr lang="en-US"/>
              <a:t>if necessary</a:t>
            </a:r>
          </a:p>
        </p:txBody>
      </p:sp>
      <p:sp>
        <p:nvSpPr>
          <p:cNvPr id="12" name="Chart Placeholder 13"/>
          <p:cNvSpPr>
            <a:spLocks noGrp="1"/>
          </p:cNvSpPr>
          <p:nvPr>
            <p:ph type="chart" sz="quarter" idx="15" hasCustomPrompt="1"/>
          </p:nvPr>
        </p:nvSpPr>
        <p:spPr>
          <a:xfrm>
            <a:off x="6888163" y="549276"/>
            <a:ext cx="4248151" cy="4967287"/>
          </a:xfrm>
          <a:prstGeom prst="rect">
            <a:avLst/>
          </a:prstGeom>
        </p:spPr>
        <p:txBody>
          <a:bodyPr/>
          <a:lstStyle>
            <a:lvl1pPr marL="228600" indent="-228600">
              <a:buClr>
                <a:schemeClr val="accent1"/>
              </a:buClr>
              <a:buFont typeface="Wingdings" panose="05000000000000000000" pitchFamily="2" charset="2"/>
              <a:buChar char="§"/>
              <a:defRPr sz="1800">
                <a:solidFill>
                  <a:srgbClr val="332B60"/>
                </a:solidFill>
                <a:latin typeface="+mn-lt"/>
              </a:defRPr>
            </a:lvl1pPr>
          </a:lstStyle>
          <a:p>
            <a:pPr lvl="0"/>
            <a:r>
              <a:rPr lang="et-EE" noProof="0" err="1"/>
              <a:t>Click</a:t>
            </a:r>
            <a:r>
              <a:rPr lang="et-EE" noProof="0"/>
              <a:t> </a:t>
            </a:r>
            <a:r>
              <a:rPr lang="et-EE" noProof="0" err="1"/>
              <a:t>to</a:t>
            </a:r>
            <a:r>
              <a:rPr lang="et-EE" noProof="0"/>
              <a:t> </a:t>
            </a:r>
            <a:r>
              <a:rPr lang="et-EE" noProof="0" err="1"/>
              <a:t>add</a:t>
            </a:r>
            <a:r>
              <a:rPr lang="et-EE" noProof="0"/>
              <a:t> a </a:t>
            </a:r>
            <a:r>
              <a:rPr lang="et-EE" noProof="0" err="1"/>
              <a:t>diagram</a:t>
            </a:r>
            <a:endParaRPr lang="en-US" noProof="0"/>
          </a:p>
        </p:txBody>
      </p:sp>
      <p:sp>
        <p:nvSpPr>
          <p:cNvPr id="11" name="Text Placeholder 11">
            <a:extLst>
              <a:ext uri="{FF2B5EF4-FFF2-40B4-BE49-F238E27FC236}">
                <a16:creationId xmlns:a16="http://schemas.microsoft.com/office/drawing/2014/main" id="{5788C985-66A8-4BBB-B95C-8EB031C263A5}"/>
              </a:ext>
            </a:extLst>
          </p:cNvPr>
          <p:cNvSpPr>
            <a:spLocks noGrp="1"/>
          </p:cNvSpPr>
          <p:nvPr>
            <p:ph type="body" sz="quarter" idx="20" hasCustomPrompt="1"/>
          </p:nvPr>
        </p:nvSpPr>
        <p:spPr>
          <a:xfrm>
            <a:off x="2180248" y="1577500"/>
            <a:ext cx="4351731" cy="3939063"/>
          </a:xfrm>
          <a:prstGeom prst="rect">
            <a:avLst/>
          </a:prstGeom>
        </p:spPr>
        <p:txBody>
          <a:bodyPr lIns="0" tIns="0" rIns="0" bIns="0"/>
          <a:lstStyle>
            <a:lvl1pPr marL="285750" marR="0" indent="-285750" algn="l" defTabSz="914400" rtl="0" eaLnBrk="1" fontAlgn="auto" latinLnBrk="0" hangingPunct="1">
              <a:lnSpc>
                <a:spcPct val="100000"/>
              </a:lnSpc>
              <a:spcBef>
                <a:spcPts val="500"/>
              </a:spcBef>
              <a:spcAft>
                <a:spcPts val="0"/>
              </a:spcAft>
              <a:buClr>
                <a:srgbClr val="E4067E"/>
              </a:buClr>
              <a:buSzTx/>
              <a:buFont typeface="Wingdings" panose="05000000000000000000" pitchFamily="2" charset="2"/>
              <a:buChar char="§"/>
              <a:tabLst/>
              <a:defRPr sz="1800" baseline="0">
                <a:solidFill>
                  <a:srgbClr val="332B60"/>
                </a:solidFill>
                <a:latin typeface="Verdana" charset="0"/>
              </a:defRPr>
            </a:lvl1pPr>
            <a:lvl2pPr marL="538163" indent="-273050">
              <a:lnSpc>
                <a:spcPct val="100000"/>
              </a:lnSpc>
              <a:spcBef>
                <a:spcPts val="500"/>
              </a:spcBef>
              <a:buClr>
                <a:srgbClr val="E4067E"/>
              </a:buClr>
              <a:buFont typeface="Wingdings" panose="05000000000000000000" pitchFamily="2" charset="2"/>
              <a:buChar char="§"/>
              <a:defRPr sz="1600">
                <a:solidFill>
                  <a:srgbClr val="332B60"/>
                </a:solidFill>
              </a:defRPr>
            </a:lvl2pPr>
            <a:lvl3pPr marL="803275" indent="-265113">
              <a:lnSpc>
                <a:spcPct val="100000"/>
              </a:lnSpc>
              <a:spcBef>
                <a:spcPts val="500"/>
              </a:spcBef>
              <a:buClr>
                <a:srgbClr val="E4067E"/>
              </a:buClr>
              <a:buFont typeface="Wingdings" panose="05000000000000000000" pitchFamily="2" charset="2"/>
              <a:buChar char="§"/>
              <a:defRPr sz="1400">
                <a:solidFill>
                  <a:srgbClr val="332B60"/>
                </a:solidFill>
              </a:defRPr>
            </a:lvl3pPr>
            <a:lvl4pPr marL="1600200" marR="0" indent="-703263" algn="l" defTabSz="914400" rtl="0" eaLnBrk="1" fontAlgn="base" latinLnBrk="0" hangingPunct="1">
              <a:lnSpc>
                <a:spcPct val="100000"/>
              </a:lnSpc>
              <a:spcBef>
                <a:spcPts val="500"/>
              </a:spcBef>
              <a:spcAft>
                <a:spcPct val="0"/>
              </a:spcAft>
              <a:buClr>
                <a:srgbClr val="E4067E"/>
              </a:buClr>
              <a:buSzTx/>
              <a:buFont typeface="Wingdings" panose="05000000000000000000" pitchFamily="2" charset="2"/>
              <a:buChar char="§"/>
              <a:tabLst/>
              <a:defRPr sz="1200">
                <a:solidFill>
                  <a:srgbClr val="332B60"/>
                </a:solidFill>
              </a:defRPr>
            </a:lvl4pPr>
            <a:lvl5pPr marL="2057400" marR="0" indent="-285750" algn="l" defTabSz="914400" rtl="0" eaLnBrk="1" fontAlgn="base" latinLnBrk="0" hangingPunct="1">
              <a:lnSpc>
                <a:spcPct val="100000"/>
              </a:lnSpc>
              <a:spcBef>
                <a:spcPts val="500"/>
              </a:spcBef>
              <a:spcAft>
                <a:spcPct val="0"/>
              </a:spcAft>
              <a:buClr>
                <a:srgbClr val="E4067E"/>
              </a:buClr>
              <a:buSzTx/>
              <a:buFont typeface="Wingdings" panose="05000000000000000000" pitchFamily="2" charset="2"/>
              <a:buChar char="§"/>
              <a:tabLst/>
              <a:defRPr sz="1000">
                <a:solidFill>
                  <a:srgbClr val="332B60"/>
                </a:solidFill>
              </a:defRPr>
            </a:lvl5pPr>
            <a:lvl6pPr marL="2514600" marR="0" indent="-285750" algn="l" defTabSz="914400" rtl="0" eaLnBrk="1" fontAlgn="base" latinLnBrk="0" hangingPunct="1">
              <a:lnSpc>
                <a:spcPct val="90000"/>
              </a:lnSpc>
              <a:spcBef>
                <a:spcPts val="500"/>
              </a:spcBef>
              <a:spcAft>
                <a:spcPct val="0"/>
              </a:spcAft>
              <a:buClr>
                <a:srgbClr val="E4067E"/>
              </a:buClr>
              <a:buSzTx/>
              <a:buFont typeface="Wingdings" panose="05000000000000000000" pitchFamily="2" charset="2"/>
              <a:buChar char="§"/>
              <a:tabLst/>
              <a:defRPr sz="1800">
                <a:solidFill>
                  <a:srgbClr val="332B60"/>
                </a:solidFill>
              </a:defRPr>
            </a:lvl6pPr>
            <a:lvl7pPr marL="2971800" marR="0" indent="-285750" algn="l" defTabSz="914400" rtl="0" eaLnBrk="1" fontAlgn="base" latinLnBrk="0" hangingPunct="1">
              <a:lnSpc>
                <a:spcPct val="90000"/>
              </a:lnSpc>
              <a:spcBef>
                <a:spcPts val="500"/>
              </a:spcBef>
              <a:spcAft>
                <a:spcPct val="0"/>
              </a:spcAft>
              <a:buClr>
                <a:srgbClr val="E4067E"/>
              </a:buClr>
              <a:buSzTx/>
              <a:buFont typeface="Wingdings" panose="05000000000000000000" pitchFamily="2" charset="2"/>
              <a:buChar char="§"/>
              <a:tabLst/>
              <a:defRPr sz="1800">
                <a:solidFill>
                  <a:srgbClr val="332B60"/>
                </a:solidFill>
              </a:defRPr>
            </a:lvl7pPr>
          </a:lstStyle>
          <a:p>
            <a:pPr lvl="0"/>
            <a:r>
              <a:rPr lang="et-EE" err="1"/>
              <a:t>Edit</a:t>
            </a:r>
            <a:r>
              <a:rPr lang="et-EE"/>
              <a:t> </a:t>
            </a:r>
            <a:r>
              <a:rPr lang="et-EE" err="1"/>
              <a:t>the</a:t>
            </a:r>
            <a:r>
              <a:rPr lang="et-EE"/>
              <a:t> </a:t>
            </a:r>
            <a:r>
              <a:rPr lang="et-EE" err="1"/>
              <a:t>text</a:t>
            </a:r>
            <a:r>
              <a:rPr lang="et-EE"/>
              <a:t> </a:t>
            </a:r>
          </a:p>
          <a:p>
            <a:pPr lvl="1"/>
            <a:r>
              <a:rPr lang="et-EE" err="1"/>
              <a:t>Edit</a:t>
            </a:r>
            <a:r>
              <a:rPr lang="et-EE"/>
              <a:t> </a:t>
            </a:r>
            <a:r>
              <a:rPr lang="et-EE" err="1"/>
              <a:t>the</a:t>
            </a:r>
            <a:r>
              <a:rPr lang="et-EE"/>
              <a:t> </a:t>
            </a:r>
            <a:r>
              <a:rPr lang="et-EE" err="1"/>
              <a:t>text</a:t>
            </a:r>
            <a:r>
              <a:rPr lang="et-EE"/>
              <a:t> </a:t>
            </a:r>
          </a:p>
          <a:p>
            <a:pPr lvl="2"/>
            <a:r>
              <a:rPr lang="et-EE" err="1"/>
              <a:t>Edit</a:t>
            </a:r>
            <a:r>
              <a:rPr lang="et-EE"/>
              <a:t> </a:t>
            </a:r>
            <a:r>
              <a:rPr lang="et-EE" err="1"/>
              <a:t>the</a:t>
            </a:r>
            <a:r>
              <a:rPr lang="et-EE"/>
              <a:t> </a:t>
            </a:r>
            <a:r>
              <a:rPr lang="et-EE" err="1"/>
              <a:t>text</a:t>
            </a:r>
            <a:endParaRPr lang="et-EE"/>
          </a:p>
        </p:txBody>
      </p:sp>
    </p:spTree>
    <p:extLst>
      <p:ext uri="{BB962C8B-B14F-4D97-AF65-F5344CB8AC3E}">
        <p14:creationId xmlns:p14="http://schemas.microsoft.com/office/powerpoint/2010/main" val="1097222815"/>
      </p:ext>
    </p:extLst>
  </p:cSld>
  <p:clrMapOvr>
    <a:masterClrMapping/>
  </p:clrMapOvr>
  <p:extLst>
    <p:ext uri="{DCECCB84-F9BA-43D5-87BE-67443E8EF086}">
      <p15:sldGuideLst xmlns:p15="http://schemas.microsoft.com/office/powerpoint/2012/main">
        <p15:guide id="1" pos="4339"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12" name="Text Placeholder 9"/>
          <p:cNvSpPr>
            <a:spLocks noGrp="1"/>
          </p:cNvSpPr>
          <p:nvPr>
            <p:ph type="body" sz="quarter" idx="13" hasCustomPrompt="1"/>
          </p:nvPr>
        </p:nvSpPr>
        <p:spPr>
          <a:xfrm>
            <a:off x="479425" y="549275"/>
            <a:ext cx="6044006" cy="755228"/>
          </a:xfrm>
          <a:prstGeom prst="rect">
            <a:avLst/>
          </a:prstGeom>
        </p:spPr>
        <p:txBody>
          <a:bodyPr lIns="0" tIns="0" rIns="0" bIns="0"/>
          <a:lstStyle>
            <a:lvl1pPr marL="0" marR="0" indent="0" algn="l" defTabSz="914400" rtl="0" eaLnBrk="1" fontAlgn="auto" latinLnBrk="0" hangingPunct="1">
              <a:lnSpc>
                <a:spcPct val="100000"/>
              </a:lnSpc>
              <a:spcBef>
                <a:spcPts val="0"/>
              </a:spcBef>
              <a:spcAft>
                <a:spcPts val="0"/>
              </a:spcAft>
              <a:buClrTx/>
              <a:buSzTx/>
              <a:buFont typeface="Arial"/>
              <a:buNone/>
              <a:tabLst/>
              <a:defRPr sz="2200" b="1" i="0" cap="all" baseline="0">
                <a:solidFill>
                  <a:srgbClr val="332B60"/>
                </a:solidFill>
                <a:latin typeface="Verdana" charset="0"/>
              </a:defRPr>
            </a:lvl1pPr>
            <a:lvl2pPr>
              <a:defRPr sz="2200" b="1" i="0"/>
            </a:lvl2pPr>
          </a:lstStyle>
          <a:p>
            <a:pPr lvl="0"/>
            <a:r>
              <a:rPr lang="en-US"/>
              <a:t>Slide title</a:t>
            </a:r>
            <a:br>
              <a:rPr lang="en-US"/>
            </a:br>
            <a:r>
              <a:rPr lang="en-US"/>
              <a:t>on two lines</a:t>
            </a:r>
            <a:r>
              <a:rPr lang="et-EE"/>
              <a:t> </a:t>
            </a:r>
            <a:r>
              <a:rPr lang="en-US"/>
              <a:t>if necessary</a:t>
            </a:r>
          </a:p>
        </p:txBody>
      </p:sp>
      <p:sp>
        <p:nvSpPr>
          <p:cNvPr id="20" name="Picture Placeholder 19"/>
          <p:cNvSpPr>
            <a:spLocks noGrp="1"/>
          </p:cNvSpPr>
          <p:nvPr>
            <p:ph type="pic" sz="quarter" idx="17" hasCustomPrompt="1"/>
          </p:nvPr>
        </p:nvSpPr>
        <p:spPr>
          <a:xfrm>
            <a:off x="6888163" y="549276"/>
            <a:ext cx="4248151" cy="4967287"/>
          </a:xfrm>
          <a:prstGeom prst="rect">
            <a:avLst/>
          </a:prstGeom>
        </p:spPr>
        <p:txBody>
          <a:bodyPr/>
          <a:lstStyle>
            <a:lvl1pPr marL="228600" indent="-228600">
              <a:buClr>
                <a:schemeClr val="accent1"/>
              </a:buClr>
              <a:buFont typeface="Wingdings" panose="05000000000000000000" pitchFamily="2" charset="2"/>
              <a:buChar char="§"/>
              <a:defRPr sz="1800">
                <a:solidFill>
                  <a:srgbClr val="332B60"/>
                </a:solidFill>
              </a:defRPr>
            </a:lvl1pPr>
          </a:lstStyle>
          <a:p>
            <a:pPr lvl="0"/>
            <a:r>
              <a:rPr lang="et-EE" noProof="0" err="1"/>
              <a:t>Click</a:t>
            </a:r>
            <a:r>
              <a:rPr lang="et-EE" noProof="0"/>
              <a:t> </a:t>
            </a:r>
            <a:r>
              <a:rPr lang="et-EE" noProof="0" err="1"/>
              <a:t>to</a:t>
            </a:r>
            <a:r>
              <a:rPr lang="et-EE" noProof="0"/>
              <a:t> </a:t>
            </a:r>
            <a:r>
              <a:rPr lang="et-EE" noProof="0" err="1"/>
              <a:t>add</a:t>
            </a:r>
            <a:r>
              <a:rPr lang="et-EE" noProof="0"/>
              <a:t> a </a:t>
            </a:r>
            <a:r>
              <a:rPr lang="et-EE" noProof="0" err="1"/>
              <a:t>picture</a:t>
            </a:r>
            <a:endParaRPr lang="en-US" noProof="0"/>
          </a:p>
        </p:txBody>
      </p:sp>
      <p:sp>
        <p:nvSpPr>
          <p:cNvPr id="8" name="Text Placeholder 11"/>
          <p:cNvSpPr>
            <a:spLocks noGrp="1"/>
          </p:cNvSpPr>
          <p:nvPr>
            <p:ph type="body" sz="quarter" idx="16" hasCustomPrompt="1"/>
          </p:nvPr>
        </p:nvSpPr>
        <p:spPr>
          <a:xfrm>
            <a:off x="2171700" y="1611684"/>
            <a:ext cx="4351731" cy="3904879"/>
          </a:xfrm>
          <a:prstGeom prst="rect">
            <a:avLst/>
          </a:prstGeom>
        </p:spPr>
        <p:txBody>
          <a:bodyPr lIns="0" tIns="0" rIns="0" bIns="0"/>
          <a:lstStyle>
            <a:lvl1pPr marL="285750" marR="0" indent="-285750" algn="l" defTabSz="914400" rtl="0" eaLnBrk="1" fontAlgn="auto" latinLnBrk="0" hangingPunct="1">
              <a:lnSpc>
                <a:spcPct val="90000"/>
              </a:lnSpc>
              <a:spcBef>
                <a:spcPts val="1000"/>
              </a:spcBef>
              <a:spcAft>
                <a:spcPts val="0"/>
              </a:spcAft>
              <a:buClr>
                <a:srgbClr val="E4067E"/>
              </a:buClr>
              <a:buSzTx/>
              <a:buFont typeface="Wingdings" panose="05000000000000000000" pitchFamily="2" charset="2"/>
              <a:buChar char="§"/>
              <a:tabLst/>
              <a:defRPr sz="1800" baseline="0">
                <a:solidFill>
                  <a:srgbClr val="332B60"/>
                </a:solidFill>
                <a:latin typeface="Verdana" charset="0"/>
              </a:defRPr>
            </a:lvl1pPr>
            <a:lvl2pPr marL="538163" indent="-273050">
              <a:buClr>
                <a:srgbClr val="E4067E"/>
              </a:buClr>
              <a:buFont typeface="Wingdings" panose="05000000000000000000" pitchFamily="2" charset="2"/>
              <a:buChar char="§"/>
              <a:defRPr sz="1600">
                <a:solidFill>
                  <a:srgbClr val="332B60"/>
                </a:solidFill>
              </a:defRPr>
            </a:lvl2pPr>
            <a:lvl3pPr marL="803275" indent="-265113">
              <a:buClr>
                <a:srgbClr val="E4067E"/>
              </a:buClr>
              <a:buFont typeface="Wingdings" panose="05000000000000000000" pitchFamily="2" charset="2"/>
              <a:buChar char="§"/>
              <a:defRPr sz="1400">
                <a:solidFill>
                  <a:srgbClr val="332B60"/>
                </a:solidFill>
              </a:defRPr>
            </a:lvl3pPr>
            <a:lvl4pPr marL="1600200" marR="0" indent="-796925" algn="l" defTabSz="914400" rtl="0" eaLnBrk="1" fontAlgn="base" latinLnBrk="0" hangingPunct="1">
              <a:lnSpc>
                <a:spcPct val="90000"/>
              </a:lnSpc>
              <a:spcBef>
                <a:spcPts val="500"/>
              </a:spcBef>
              <a:spcAft>
                <a:spcPct val="0"/>
              </a:spcAft>
              <a:buClr>
                <a:srgbClr val="E4067E"/>
              </a:buClr>
              <a:buSzTx/>
              <a:buFont typeface="Wingdings" panose="05000000000000000000" pitchFamily="2" charset="2"/>
              <a:buChar char="§"/>
              <a:tabLst/>
              <a:defRPr sz="1800">
                <a:solidFill>
                  <a:srgbClr val="332B60"/>
                </a:solidFill>
              </a:defRPr>
            </a:lvl4pPr>
            <a:lvl5pPr marL="2057400" marR="0" indent="-285750" algn="l" defTabSz="914400" rtl="0" eaLnBrk="1" fontAlgn="base" latinLnBrk="0" hangingPunct="1">
              <a:lnSpc>
                <a:spcPct val="90000"/>
              </a:lnSpc>
              <a:spcBef>
                <a:spcPts val="500"/>
              </a:spcBef>
              <a:spcAft>
                <a:spcPct val="0"/>
              </a:spcAft>
              <a:buClr>
                <a:srgbClr val="E4067E"/>
              </a:buClr>
              <a:buSzTx/>
              <a:buFont typeface="Wingdings" panose="05000000000000000000" pitchFamily="2" charset="2"/>
              <a:buChar char="§"/>
              <a:tabLst/>
              <a:defRPr sz="1800">
                <a:solidFill>
                  <a:srgbClr val="332B60"/>
                </a:solidFill>
              </a:defRPr>
            </a:lvl5pPr>
            <a:lvl6pPr marL="2514600" marR="0" indent="-285750" algn="l" defTabSz="914400" rtl="0" eaLnBrk="1" fontAlgn="base" latinLnBrk="0" hangingPunct="1">
              <a:lnSpc>
                <a:spcPct val="90000"/>
              </a:lnSpc>
              <a:spcBef>
                <a:spcPts val="500"/>
              </a:spcBef>
              <a:spcAft>
                <a:spcPct val="0"/>
              </a:spcAft>
              <a:buClr>
                <a:srgbClr val="E4067E"/>
              </a:buClr>
              <a:buSzTx/>
              <a:buFont typeface="Wingdings" panose="05000000000000000000" pitchFamily="2" charset="2"/>
              <a:buChar char="§"/>
              <a:tabLst/>
              <a:defRPr sz="1800">
                <a:solidFill>
                  <a:srgbClr val="332B60"/>
                </a:solidFill>
              </a:defRPr>
            </a:lvl6pPr>
            <a:lvl7pPr marL="2971800" marR="0" indent="-285750" algn="l" defTabSz="914400" rtl="0" eaLnBrk="1" fontAlgn="base" latinLnBrk="0" hangingPunct="1">
              <a:lnSpc>
                <a:spcPct val="90000"/>
              </a:lnSpc>
              <a:spcBef>
                <a:spcPts val="500"/>
              </a:spcBef>
              <a:spcAft>
                <a:spcPct val="0"/>
              </a:spcAft>
              <a:buClr>
                <a:srgbClr val="E4067E"/>
              </a:buClr>
              <a:buSzTx/>
              <a:buFont typeface="Wingdings" panose="05000000000000000000" pitchFamily="2" charset="2"/>
              <a:buChar char="§"/>
              <a:tabLst/>
              <a:defRPr sz="1800">
                <a:solidFill>
                  <a:srgbClr val="332B60"/>
                </a:solidFill>
              </a:defRPr>
            </a:lvl7pPr>
          </a:lstStyle>
          <a:p>
            <a:pPr lvl="0"/>
            <a:r>
              <a:rPr lang="et-EE" err="1"/>
              <a:t>Edit</a:t>
            </a:r>
            <a:r>
              <a:rPr lang="et-EE"/>
              <a:t> </a:t>
            </a:r>
            <a:r>
              <a:rPr lang="et-EE" err="1"/>
              <a:t>the</a:t>
            </a:r>
            <a:r>
              <a:rPr lang="et-EE"/>
              <a:t> </a:t>
            </a:r>
            <a:r>
              <a:rPr lang="et-EE" err="1"/>
              <a:t>text</a:t>
            </a:r>
            <a:r>
              <a:rPr lang="et-EE"/>
              <a:t> </a:t>
            </a:r>
          </a:p>
          <a:p>
            <a:pPr lvl="1"/>
            <a:r>
              <a:rPr lang="et-EE" err="1"/>
              <a:t>Edit</a:t>
            </a:r>
            <a:r>
              <a:rPr lang="et-EE"/>
              <a:t> </a:t>
            </a:r>
            <a:r>
              <a:rPr lang="et-EE" err="1"/>
              <a:t>the</a:t>
            </a:r>
            <a:r>
              <a:rPr lang="et-EE"/>
              <a:t> </a:t>
            </a:r>
            <a:r>
              <a:rPr lang="et-EE" err="1"/>
              <a:t>text</a:t>
            </a:r>
            <a:r>
              <a:rPr lang="et-EE"/>
              <a:t> </a:t>
            </a:r>
          </a:p>
          <a:p>
            <a:pPr lvl="2"/>
            <a:r>
              <a:rPr lang="et-EE" err="1"/>
              <a:t>Edit</a:t>
            </a:r>
            <a:r>
              <a:rPr lang="et-EE"/>
              <a:t> </a:t>
            </a:r>
            <a:r>
              <a:rPr lang="et-EE" err="1"/>
              <a:t>the</a:t>
            </a:r>
            <a:r>
              <a:rPr lang="et-EE"/>
              <a:t> </a:t>
            </a:r>
            <a:r>
              <a:rPr lang="et-EE" err="1"/>
              <a:t>text</a:t>
            </a:r>
            <a:endParaRPr lang="et-EE"/>
          </a:p>
        </p:txBody>
      </p:sp>
    </p:spTree>
    <p:extLst>
      <p:ext uri="{BB962C8B-B14F-4D97-AF65-F5344CB8AC3E}">
        <p14:creationId xmlns:p14="http://schemas.microsoft.com/office/powerpoint/2010/main" val="239501077"/>
      </p:ext>
    </p:extLst>
  </p:cSld>
  <p:clrMapOvr>
    <a:masterClrMapping/>
  </p:clrMapOvr>
  <p:extLst>
    <p:ext uri="{DCECCB84-F9BA-43D5-87BE-67443E8EF086}">
      <p15:sldGuideLst xmlns:p15="http://schemas.microsoft.com/office/powerpoint/2012/main">
        <p15:guide id="1" pos="4339"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graphs">
    <p:spTree>
      <p:nvGrpSpPr>
        <p:cNvPr id="1" name=""/>
        <p:cNvGrpSpPr/>
        <p:nvPr/>
      </p:nvGrpSpPr>
      <p:grpSpPr>
        <a:xfrm>
          <a:off x="0" y="0"/>
          <a:ext cx="0" cy="0"/>
          <a:chOff x="0" y="0"/>
          <a:chExt cx="0" cy="0"/>
        </a:xfrm>
      </p:grpSpPr>
      <p:sp>
        <p:nvSpPr>
          <p:cNvPr id="14" name="Text Placeholder 11"/>
          <p:cNvSpPr>
            <a:spLocks noGrp="1"/>
          </p:cNvSpPr>
          <p:nvPr>
            <p:ph type="body" sz="quarter" idx="17" hasCustomPrompt="1"/>
          </p:nvPr>
        </p:nvSpPr>
        <p:spPr>
          <a:xfrm>
            <a:off x="2171700" y="5204390"/>
            <a:ext cx="4351731" cy="312174"/>
          </a:xfrm>
          <a:prstGeom prst="rect">
            <a:avLst/>
          </a:prstGeom>
        </p:spPr>
        <p:txBody>
          <a:bodyPr lIns="0" tIns="0" rIns="0" bIns="0">
            <a:normAutofit/>
          </a:bodyPr>
          <a:lstStyle>
            <a:lvl1pPr marL="228600" marR="0" indent="-228600" algn="l" defTabSz="914400" rtl="0" eaLnBrk="1" fontAlgn="auto" latinLnBrk="0" hangingPunct="1">
              <a:lnSpc>
                <a:spcPct val="100000"/>
              </a:lnSpc>
              <a:spcBef>
                <a:spcPts val="500"/>
              </a:spcBef>
              <a:spcAft>
                <a:spcPts val="0"/>
              </a:spcAft>
              <a:buClrTx/>
              <a:buSzTx/>
              <a:buFont typeface="Arial"/>
              <a:buNone/>
              <a:tabLst/>
              <a:defRPr sz="1600" baseline="0">
                <a:solidFill>
                  <a:srgbClr val="332B60"/>
                </a:solidFill>
                <a:latin typeface="Verdana" charset="0"/>
              </a:defRPr>
            </a:lvl1pPr>
          </a:lstStyle>
          <a:p>
            <a:pPr lvl="0"/>
            <a:r>
              <a:rPr lang="en-US"/>
              <a:t>Edit control slide text styles </a:t>
            </a:r>
            <a:endParaRPr lang="et-EE"/>
          </a:p>
        </p:txBody>
      </p:sp>
      <p:sp>
        <p:nvSpPr>
          <p:cNvPr id="8" name="Text Placeholder 9"/>
          <p:cNvSpPr>
            <a:spLocks noGrp="1"/>
          </p:cNvSpPr>
          <p:nvPr>
            <p:ph type="body" sz="quarter" idx="13" hasCustomPrompt="1"/>
          </p:nvPr>
        </p:nvSpPr>
        <p:spPr>
          <a:xfrm>
            <a:off x="479425" y="558471"/>
            <a:ext cx="10656888" cy="755228"/>
          </a:xfrm>
          <a:prstGeom prst="rect">
            <a:avLst/>
          </a:prstGeom>
        </p:spPr>
        <p:txBody>
          <a:bodyPr lIns="0" tIns="0" rIns="0" bIns="0"/>
          <a:lstStyle>
            <a:lvl1pPr marL="0" marR="0" indent="0" algn="l" defTabSz="914400" rtl="0" eaLnBrk="1" fontAlgn="auto" latinLnBrk="0" hangingPunct="1">
              <a:lnSpc>
                <a:spcPct val="100000"/>
              </a:lnSpc>
              <a:spcBef>
                <a:spcPts val="0"/>
              </a:spcBef>
              <a:spcAft>
                <a:spcPts val="0"/>
              </a:spcAft>
              <a:buClrTx/>
              <a:buSzTx/>
              <a:buFont typeface="Arial"/>
              <a:buNone/>
              <a:tabLst/>
              <a:defRPr sz="2200" b="1" i="0" cap="all" baseline="0">
                <a:solidFill>
                  <a:srgbClr val="332B60"/>
                </a:solidFill>
                <a:latin typeface="Verdana" charset="0"/>
              </a:defRPr>
            </a:lvl1pPr>
          </a:lstStyle>
          <a:p>
            <a:pPr lvl="0"/>
            <a:r>
              <a:rPr lang="en-US"/>
              <a:t>Slide title</a:t>
            </a:r>
            <a:br>
              <a:rPr lang="en-US"/>
            </a:br>
            <a:r>
              <a:rPr lang="en-US"/>
              <a:t>on two lines</a:t>
            </a:r>
            <a:r>
              <a:rPr lang="et-EE"/>
              <a:t> </a:t>
            </a:r>
            <a:r>
              <a:rPr lang="en-US"/>
              <a:t>if necessary</a:t>
            </a:r>
          </a:p>
        </p:txBody>
      </p:sp>
      <p:sp>
        <p:nvSpPr>
          <p:cNvPr id="20" name="Text Placeholder 11"/>
          <p:cNvSpPr>
            <a:spLocks noGrp="1"/>
          </p:cNvSpPr>
          <p:nvPr>
            <p:ph type="body" sz="quarter" idx="21" hasCustomPrompt="1"/>
          </p:nvPr>
        </p:nvSpPr>
        <p:spPr>
          <a:xfrm>
            <a:off x="6888164" y="5204389"/>
            <a:ext cx="4248542" cy="312175"/>
          </a:xfrm>
          <a:prstGeom prst="rect">
            <a:avLst/>
          </a:prstGeom>
        </p:spPr>
        <p:txBody>
          <a:bodyPr lIns="0" tIns="0" rIns="0" bIns="0">
            <a:normAutofit/>
          </a:bodyPr>
          <a:lstStyle>
            <a:lvl1pPr marL="228600" marR="0" indent="-228600" algn="l" defTabSz="914400" rtl="0" eaLnBrk="1" fontAlgn="auto" latinLnBrk="0" hangingPunct="1">
              <a:lnSpc>
                <a:spcPct val="100000"/>
              </a:lnSpc>
              <a:spcBef>
                <a:spcPts val="500"/>
              </a:spcBef>
              <a:spcAft>
                <a:spcPts val="0"/>
              </a:spcAft>
              <a:buClrTx/>
              <a:buSzTx/>
              <a:buFont typeface="Arial"/>
              <a:buNone/>
              <a:tabLst/>
              <a:defRPr sz="1600" baseline="0">
                <a:solidFill>
                  <a:srgbClr val="332B60"/>
                </a:solidFill>
                <a:latin typeface="Verdana" charset="0"/>
              </a:defRPr>
            </a:lvl1pPr>
          </a:lstStyle>
          <a:p>
            <a:pPr lvl="0"/>
            <a:r>
              <a:rPr lang="en-US"/>
              <a:t>Edit control slide text styles </a:t>
            </a:r>
            <a:endParaRPr lang="et-EE"/>
          </a:p>
        </p:txBody>
      </p:sp>
      <p:sp>
        <p:nvSpPr>
          <p:cNvPr id="3" name="Chart Placeholder 2"/>
          <p:cNvSpPr>
            <a:spLocks noGrp="1"/>
          </p:cNvSpPr>
          <p:nvPr>
            <p:ph type="chart" sz="quarter" idx="22" hasCustomPrompt="1"/>
          </p:nvPr>
        </p:nvSpPr>
        <p:spPr>
          <a:xfrm>
            <a:off x="2171701" y="1637322"/>
            <a:ext cx="4351338" cy="3336330"/>
          </a:xfrm>
          <a:prstGeom prst="rect">
            <a:avLst/>
          </a:prstGeom>
        </p:spPr>
        <p:txBody>
          <a:bodyPr/>
          <a:lstStyle>
            <a:lvl1pPr marL="228600" indent="-228600">
              <a:buClr>
                <a:schemeClr val="accent1"/>
              </a:buClr>
              <a:buFont typeface="Wingdings" panose="05000000000000000000" pitchFamily="2" charset="2"/>
              <a:buChar char="§"/>
              <a:defRPr sz="1800">
                <a:solidFill>
                  <a:srgbClr val="332B60"/>
                </a:solidFill>
              </a:defRPr>
            </a:lvl1pPr>
          </a:lstStyle>
          <a:p>
            <a:pPr lvl="0"/>
            <a:r>
              <a:rPr lang="et-EE" noProof="0" err="1"/>
              <a:t>Click</a:t>
            </a:r>
            <a:r>
              <a:rPr lang="et-EE" noProof="0"/>
              <a:t> </a:t>
            </a:r>
            <a:r>
              <a:rPr lang="et-EE" noProof="0" err="1"/>
              <a:t>to</a:t>
            </a:r>
            <a:r>
              <a:rPr lang="et-EE" noProof="0"/>
              <a:t> </a:t>
            </a:r>
            <a:r>
              <a:rPr lang="et-EE" noProof="0" err="1"/>
              <a:t>add</a:t>
            </a:r>
            <a:r>
              <a:rPr lang="et-EE" noProof="0"/>
              <a:t> a </a:t>
            </a:r>
            <a:r>
              <a:rPr lang="et-EE" noProof="0" err="1"/>
              <a:t>diagram</a:t>
            </a:r>
            <a:endParaRPr lang="en-US" noProof="0"/>
          </a:p>
        </p:txBody>
      </p:sp>
      <p:sp>
        <p:nvSpPr>
          <p:cNvPr id="5" name="Chart Placeholder 4"/>
          <p:cNvSpPr>
            <a:spLocks noGrp="1"/>
          </p:cNvSpPr>
          <p:nvPr>
            <p:ph type="chart" sz="quarter" idx="23" hasCustomPrompt="1"/>
          </p:nvPr>
        </p:nvSpPr>
        <p:spPr>
          <a:xfrm>
            <a:off x="6888163" y="1637321"/>
            <a:ext cx="4248150" cy="3336331"/>
          </a:xfrm>
          <a:prstGeom prst="rect">
            <a:avLst/>
          </a:prstGeom>
        </p:spPr>
        <p:txBody>
          <a:bodyPr/>
          <a:lstStyle>
            <a:lvl1pPr marL="228600" indent="-228600">
              <a:buClr>
                <a:schemeClr val="accent1"/>
              </a:buClr>
              <a:buFont typeface="Wingdings" panose="05000000000000000000" pitchFamily="2" charset="2"/>
              <a:buChar char="§"/>
              <a:defRPr sz="1800">
                <a:solidFill>
                  <a:srgbClr val="332B60"/>
                </a:solidFill>
              </a:defRPr>
            </a:lvl1pPr>
          </a:lstStyle>
          <a:p>
            <a:pPr lvl="0"/>
            <a:r>
              <a:rPr lang="et-EE" noProof="0" err="1"/>
              <a:t>Click</a:t>
            </a:r>
            <a:r>
              <a:rPr lang="et-EE" noProof="0"/>
              <a:t> </a:t>
            </a:r>
            <a:r>
              <a:rPr lang="et-EE" noProof="0" err="1"/>
              <a:t>to</a:t>
            </a:r>
            <a:r>
              <a:rPr lang="et-EE" noProof="0"/>
              <a:t> </a:t>
            </a:r>
            <a:r>
              <a:rPr lang="et-EE" noProof="0" err="1"/>
              <a:t>add</a:t>
            </a:r>
            <a:r>
              <a:rPr lang="et-EE" noProof="0"/>
              <a:t> a </a:t>
            </a:r>
            <a:r>
              <a:rPr lang="et-EE" noProof="0" err="1"/>
              <a:t>diagram</a:t>
            </a:r>
            <a:endParaRPr lang="en-US" noProof="0"/>
          </a:p>
        </p:txBody>
      </p:sp>
    </p:spTree>
    <p:extLst>
      <p:ext uri="{BB962C8B-B14F-4D97-AF65-F5344CB8AC3E}">
        <p14:creationId xmlns:p14="http://schemas.microsoft.com/office/powerpoint/2010/main" val="3140557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images">
    <p:spTree>
      <p:nvGrpSpPr>
        <p:cNvPr id="1" name=""/>
        <p:cNvGrpSpPr/>
        <p:nvPr/>
      </p:nvGrpSpPr>
      <p:grpSpPr>
        <a:xfrm>
          <a:off x="0" y="0"/>
          <a:ext cx="0" cy="0"/>
          <a:chOff x="0" y="0"/>
          <a:chExt cx="0" cy="0"/>
        </a:xfrm>
      </p:grpSpPr>
      <p:sp>
        <p:nvSpPr>
          <p:cNvPr id="7" name="Picture Placeholder 19"/>
          <p:cNvSpPr>
            <a:spLocks noGrp="1"/>
          </p:cNvSpPr>
          <p:nvPr>
            <p:ph type="pic" sz="quarter" idx="17" hasCustomPrompt="1"/>
          </p:nvPr>
        </p:nvSpPr>
        <p:spPr>
          <a:xfrm>
            <a:off x="2171700" y="549276"/>
            <a:ext cx="5109317" cy="4967287"/>
          </a:xfrm>
          <a:prstGeom prst="rect">
            <a:avLst/>
          </a:prstGeom>
        </p:spPr>
        <p:txBody>
          <a:bodyPr/>
          <a:lstStyle>
            <a:lvl1pPr marL="228600" indent="-228600">
              <a:buClr>
                <a:schemeClr val="accent1"/>
              </a:buClr>
              <a:buFont typeface="Wingdings" panose="05000000000000000000" pitchFamily="2" charset="2"/>
              <a:buChar char="§"/>
              <a:defRPr sz="1800">
                <a:solidFill>
                  <a:srgbClr val="332B60"/>
                </a:solidFill>
              </a:defRPr>
            </a:lvl1pPr>
          </a:lstStyle>
          <a:p>
            <a:pPr lvl="0"/>
            <a:r>
              <a:rPr lang="et-EE" noProof="0" err="1"/>
              <a:t>Click</a:t>
            </a:r>
            <a:r>
              <a:rPr lang="et-EE" noProof="0"/>
              <a:t> </a:t>
            </a:r>
            <a:r>
              <a:rPr lang="et-EE" noProof="0" err="1"/>
              <a:t>to</a:t>
            </a:r>
            <a:r>
              <a:rPr lang="et-EE" noProof="0"/>
              <a:t> </a:t>
            </a:r>
            <a:r>
              <a:rPr lang="et-EE" noProof="0" err="1"/>
              <a:t>add</a:t>
            </a:r>
            <a:r>
              <a:rPr lang="et-EE" noProof="0"/>
              <a:t> a </a:t>
            </a:r>
            <a:r>
              <a:rPr lang="et-EE" noProof="0" err="1"/>
              <a:t>picture</a:t>
            </a:r>
            <a:endParaRPr lang="en-US" noProof="0"/>
          </a:p>
        </p:txBody>
      </p:sp>
      <p:sp>
        <p:nvSpPr>
          <p:cNvPr id="10" name="Picture Placeholder 19"/>
          <p:cNvSpPr>
            <a:spLocks noGrp="1"/>
          </p:cNvSpPr>
          <p:nvPr>
            <p:ph type="pic" sz="quarter" idx="19" hasCustomPrompt="1"/>
          </p:nvPr>
        </p:nvSpPr>
        <p:spPr>
          <a:xfrm>
            <a:off x="7511753" y="3459344"/>
            <a:ext cx="3624561" cy="2057219"/>
          </a:xfrm>
          <a:prstGeom prst="rect">
            <a:avLst/>
          </a:prstGeom>
        </p:spPr>
        <p:txBody>
          <a:bodyPr/>
          <a:lstStyle>
            <a:lvl1pPr marL="228600" indent="-228600">
              <a:buClr>
                <a:schemeClr val="accent1"/>
              </a:buClr>
              <a:buFont typeface="Wingdings" panose="05000000000000000000" pitchFamily="2" charset="2"/>
              <a:buChar char="§"/>
              <a:defRPr sz="1800">
                <a:solidFill>
                  <a:srgbClr val="332B60"/>
                </a:solidFill>
              </a:defRPr>
            </a:lvl1pPr>
          </a:lstStyle>
          <a:p>
            <a:pPr lvl="0"/>
            <a:r>
              <a:rPr lang="et-EE" noProof="0" err="1"/>
              <a:t>Click</a:t>
            </a:r>
            <a:r>
              <a:rPr lang="et-EE" noProof="0"/>
              <a:t> </a:t>
            </a:r>
            <a:r>
              <a:rPr lang="et-EE" noProof="0" err="1"/>
              <a:t>to</a:t>
            </a:r>
            <a:r>
              <a:rPr lang="et-EE" noProof="0"/>
              <a:t> </a:t>
            </a:r>
            <a:r>
              <a:rPr lang="et-EE" noProof="0" err="1"/>
              <a:t>add</a:t>
            </a:r>
            <a:r>
              <a:rPr lang="et-EE" noProof="0"/>
              <a:t> a </a:t>
            </a:r>
            <a:r>
              <a:rPr lang="et-EE" noProof="0" err="1"/>
              <a:t>picture</a:t>
            </a:r>
            <a:endParaRPr lang="en-US" noProof="0"/>
          </a:p>
        </p:txBody>
      </p:sp>
      <p:sp>
        <p:nvSpPr>
          <p:cNvPr id="11" name="Picture Placeholder 19"/>
          <p:cNvSpPr>
            <a:spLocks noGrp="1"/>
          </p:cNvSpPr>
          <p:nvPr>
            <p:ph type="pic" sz="quarter" idx="20" hasCustomPrompt="1"/>
          </p:nvPr>
        </p:nvSpPr>
        <p:spPr>
          <a:xfrm>
            <a:off x="7511753" y="549275"/>
            <a:ext cx="3624561" cy="2709564"/>
          </a:xfrm>
          <a:prstGeom prst="rect">
            <a:avLst/>
          </a:prstGeom>
        </p:spPr>
        <p:txBody>
          <a:bodyPr/>
          <a:lstStyle>
            <a:lvl1pPr marL="228600" indent="-228600">
              <a:buClr>
                <a:schemeClr val="accent1"/>
              </a:buClr>
              <a:buFont typeface="Wingdings" panose="05000000000000000000" pitchFamily="2" charset="2"/>
              <a:buChar char="§"/>
              <a:defRPr sz="1800">
                <a:solidFill>
                  <a:srgbClr val="332B60"/>
                </a:solidFill>
              </a:defRPr>
            </a:lvl1pPr>
          </a:lstStyle>
          <a:p>
            <a:pPr lvl="0"/>
            <a:r>
              <a:rPr lang="et-EE" noProof="0" err="1"/>
              <a:t>Click</a:t>
            </a:r>
            <a:r>
              <a:rPr lang="et-EE" noProof="0"/>
              <a:t> </a:t>
            </a:r>
            <a:r>
              <a:rPr lang="et-EE" noProof="0" err="1"/>
              <a:t>to</a:t>
            </a:r>
            <a:r>
              <a:rPr lang="et-EE" noProof="0"/>
              <a:t> </a:t>
            </a:r>
            <a:r>
              <a:rPr lang="et-EE" noProof="0" err="1"/>
              <a:t>add</a:t>
            </a:r>
            <a:r>
              <a:rPr lang="et-EE" noProof="0"/>
              <a:t> a </a:t>
            </a:r>
            <a:r>
              <a:rPr lang="et-EE" noProof="0" err="1"/>
              <a:t>picture</a:t>
            </a:r>
            <a:endParaRPr lang="en-US" noProof="0"/>
          </a:p>
        </p:txBody>
      </p:sp>
    </p:spTree>
    <p:extLst>
      <p:ext uri="{BB962C8B-B14F-4D97-AF65-F5344CB8AC3E}">
        <p14:creationId xmlns:p14="http://schemas.microsoft.com/office/powerpoint/2010/main" val="1804787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8" name="Text Placeholder 9"/>
          <p:cNvSpPr>
            <a:spLocks noGrp="1"/>
          </p:cNvSpPr>
          <p:nvPr>
            <p:ph type="body" sz="quarter" idx="13" hasCustomPrompt="1"/>
          </p:nvPr>
        </p:nvSpPr>
        <p:spPr>
          <a:xfrm>
            <a:off x="479425" y="551545"/>
            <a:ext cx="10656888" cy="836666"/>
          </a:xfrm>
          <a:prstGeom prst="rect">
            <a:avLst/>
          </a:prstGeom>
        </p:spPr>
        <p:txBody>
          <a:bodyPr lIns="0" tIns="0" rIns="0" bIns="0"/>
          <a:lstStyle>
            <a:lvl1pPr marL="0" marR="0" indent="0" algn="l" defTabSz="914400" rtl="0" eaLnBrk="1" fontAlgn="auto" latinLnBrk="0" hangingPunct="1">
              <a:lnSpc>
                <a:spcPct val="100000"/>
              </a:lnSpc>
              <a:spcBef>
                <a:spcPts val="0"/>
              </a:spcBef>
              <a:spcAft>
                <a:spcPts val="0"/>
              </a:spcAft>
              <a:buClrTx/>
              <a:buSzTx/>
              <a:buFont typeface="Arial"/>
              <a:buNone/>
              <a:tabLst/>
              <a:defRPr sz="2200" b="1" i="0" cap="all" baseline="0">
                <a:solidFill>
                  <a:srgbClr val="332B60"/>
                </a:solidFill>
                <a:latin typeface="Verdana" charset="0"/>
              </a:defRPr>
            </a:lvl1pPr>
            <a:lvl2pPr>
              <a:defRPr sz="2500" b="1" i="0"/>
            </a:lvl2pPr>
          </a:lstStyle>
          <a:p>
            <a:pPr lvl="0"/>
            <a:r>
              <a:rPr lang="en-US"/>
              <a:t>Slide title</a:t>
            </a:r>
            <a:br>
              <a:rPr lang="en-US"/>
            </a:br>
            <a:r>
              <a:rPr lang="en-US"/>
              <a:t>on two lines</a:t>
            </a:r>
            <a:r>
              <a:rPr lang="et-EE"/>
              <a:t> </a:t>
            </a:r>
            <a:r>
              <a:rPr lang="en-US"/>
              <a:t>if necessary</a:t>
            </a:r>
          </a:p>
        </p:txBody>
      </p:sp>
      <p:sp>
        <p:nvSpPr>
          <p:cNvPr id="7" name="Table Placeholder 6"/>
          <p:cNvSpPr>
            <a:spLocks noGrp="1"/>
          </p:cNvSpPr>
          <p:nvPr>
            <p:ph type="tbl" sz="quarter" idx="23"/>
          </p:nvPr>
        </p:nvSpPr>
        <p:spPr>
          <a:xfrm>
            <a:off x="2171700" y="1628776"/>
            <a:ext cx="8964613" cy="3887787"/>
          </a:xfrm>
          <a:prstGeom prst="rect">
            <a:avLst/>
          </a:prstGeom>
        </p:spPr>
        <p:txBody>
          <a:bodyPr/>
          <a:lstStyle>
            <a:lvl1pPr>
              <a:defRPr sz="1800" baseline="0">
                <a:solidFill>
                  <a:schemeClr val="bg1"/>
                </a:solidFill>
                <a:latin typeface="Verdana" charset="0"/>
              </a:defRPr>
            </a:lvl1pPr>
          </a:lstStyle>
          <a:p>
            <a:pPr lvl="0"/>
            <a:r>
              <a:rPr lang="et-EE" noProof="0"/>
              <a:t>Tabeli lisamiseks klõpsake ikooni</a:t>
            </a:r>
            <a:endParaRPr lang="en-US" noProof="0"/>
          </a:p>
        </p:txBody>
      </p:sp>
    </p:spTree>
    <p:extLst>
      <p:ext uri="{BB962C8B-B14F-4D97-AF65-F5344CB8AC3E}">
        <p14:creationId xmlns:p14="http://schemas.microsoft.com/office/powerpoint/2010/main" val="1499663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2">
    <p:spTree>
      <p:nvGrpSpPr>
        <p:cNvPr id="1" name=""/>
        <p:cNvGrpSpPr/>
        <p:nvPr/>
      </p:nvGrpSpPr>
      <p:grpSpPr>
        <a:xfrm>
          <a:off x="0" y="0"/>
          <a:ext cx="0" cy="0"/>
          <a:chOff x="0" y="0"/>
          <a:chExt cx="0" cy="0"/>
        </a:xfrm>
      </p:grpSpPr>
      <p:sp>
        <p:nvSpPr>
          <p:cNvPr id="11" name="Text Placeholder 9"/>
          <p:cNvSpPr>
            <a:spLocks noGrp="1"/>
          </p:cNvSpPr>
          <p:nvPr>
            <p:ph type="body" sz="quarter" idx="13" hasCustomPrompt="1"/>
          </p:nvPr>
        </p:nvSpPr>
        <p:spPr>
          <a:xfrm>
            <a:off x="479425" y="549275"/>
            <a:ext cx="10656886" cy="844415"/>
          </a:xfrm>
          <a:prstGeom prst="rect">
            <a:avLst/>
          </a:prstGeom>
        </p:spPr>
        <p:txBody>
          <a:bodyPr lIns="0" tIns="0" rIns="0" bIns="0"/>
          <a:lstStyle>
            <a:lvl1pPr marL="0" marR="0" indent="0" algn="l" defTabSz="914400" rtl="0" eaLnBrk="1" fontAlgn="auto" latinLnBrk="0" hangingPunct="1">
              <a:lnSpc>
                <a:spcPct val="100000"/>
              </a:lnSpc>
              <a:spcBef>
                <a:spcPts val="0"/>
              </a:spcBef>
              <a:spcAft>
                <a:spcPts val="0"/>
              </a:spcAft>
              <a:buClrTx/>
              <a:buSzTx/>
              <a:buFont typeface="Arial"/>
              <a:buNone/>
              <a:tabLst/>
              <a:defRPr sz="2200" b="1" i="0" cap="all" baseline="0">
                <a:solidFill>
                  <a:srgbClr val="332B60"/>
                </a:solidFill>
                <a:latin typeface="Verdana" charset="0"/>
              </a:defRPr>
            </a:lvl1pPr>
          </a:lstStyle>
          <a:p>
            <a:pPr lvl="0"/>
            <a:r>
              <a:rPr lang="en-US"/>
              <a:t>Slide title</a:t>
            </a:r>
            <a:br>
              <a:rPr lang="en-US"/>
            </a:br>
            <a:r>
              <a:rPr lang="en-US"/>
              <a:t>on two lines</a:t>
            </a:r>
            <a:r>
              <a:rPr lang="et-EE"/>
              <a:t> </a:t>
            </a:r>
            <a:r>
              <a:rPr lang="en-US"/>
              <a:t>if necessary</a:t>
            </a:r>
          </a:p>
        </p:txBody>
      </p:sp>
      <p:sp>
        <p:nvSpPr>
          <p:cNvPr id="12" name="Text Placeholder 11"/>
          <p:cNvSpPr>
            <a:spLocks noGrp="1"/>
          </p:cNvSpPr>
          <p:nvPr>
            <p:ph type="body" sz="quarter" idx="14" hasCustomPrompt="1"/>
          </p:nvPr>
        </p:nvSpPr>
        <p:spPr>
          <a:xfrm>
            <a:off x="2171700" y="1628775"/>
            <a:ext cx="8964612" cy="627315"/>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Tx/>
              <a:buSzTx/>
              <a:buFont typeface="Arial"/>
              <a:buNone/>
              <a:tabLst/>
              <a:defRPr sz="1800" baseline="0">
                <a:solidFill>
                  <a:srgbClr val="332B60"/>
                </a:solidFill>
                <a:latin typeface="Verdana" charset="0"/>
              </a:defRPr>
            </a:lvl1pPr>
          </a:lstStyle>
          <a:p>
            <a:pPr lvl="0"/>
            <a:r>
              <a:rPr lang="en-US"/>
              <a:t>Edit control slide text styles </a:t>
            </a:r>
            <a:endParaRPr lang="et-EE"/>
          </a:p>
        </p:txBody>
      </p:sp>
      <p:sp>
        <p:nvSpPr>
          <p:cNvPr id="3" name="Picture Placeholder 2"/>
          <p:cNvSpPr>
            <a:spLocks noGrp="1"/>
          </p:cNvSpPr>
          <p:nvPr>
            <p:ph type="pic" sz="quarter" idx="16" hasCustomPrompt="1"/>
          </p:nvPr>
        </p:nvSpPr>
        <p:spPr>
          <a:xfrm>
            <a:off x="2171700" y="2362989"/>
            <a:ext cx="8964611" cy="3153574"/>
          </a:xfrm>
          <a:prstGeom prst="rect">
            <a:avLst/>
          </a:prstGeom>
        </p:spPr>
        <p:txBody>
          <a:bodyPr/>
          <a:lstStyle>
            <a:lvl1pPr marL="228600" indent="-228600">
              <a:buClr>
                <a:schemeClr val="accent1"/>
              </a:buClr>
              <a:buFont typeface="Wingdings" panose="05000000000000000000" pitchFamily="2" charset="2"/>
              <a:buChar char="§"/>
              <a:defRPr sz="1800">
                <a:solidFill>
                  <a:srgbClr val="332B60"/>
                </a:solidFill>
              </a:defRPr>
            </a:lvl1pPr>
          </a:lstStyle>
          <a:p>
            <a:pPr lvl="0"/>
            <a:r>
              <a:rPr lang="et-EE" noProof="0" err="1"/>
              <a:t>Click</a:t>
            </a:r>
            <a:r>
              <a:rPr lang="et-EE" noProof="0"/>
              <a:t> </a:t>
            </a:r>
            <a:r>
              <a:rPr lang="et-EE" noProof="0" err="1"/>
              <a:t>to</a:t>
            </a:r>
            <a:r>
              <a:rPr lang="et-EE" noProof="0"/>
              <a:t> </a:t>
            </a:r>
            <a:r>
              <a:rPr lang="et-EE" noProof="0" err="1"/>
              <a:t>add</a:t>
            </a:r>
            <a:r>
              <a:rPr lang="et-EE" noProof="0"/>
              <a:t> a </a:t>
            </a:r>
            <a:r>
              <a:rPr lang="et-EE" noProof="0" err="1"/>
              <a:t>picture</a:t>
            </a:r>
            <a:endParaRPr lang="en-US" noProof="0"/>
          </a:p>
        </p:txBody>
      </p:sp>
    </p:spTree>
    <p:extLst>
      <p:ext uri="{BB962C8B-B14F-4D97-AF65-F5344CB8AC3E}">
        <p14:creationId xmlns:p14="http://schemas.microsoft.com/office/powerpoint/2010/main" val="3752270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termediate slide">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screen">
            <a:extLst>
              <a:ext uri="{28A0092B-C50C-407E-A947-70E740481C1C}">
                <a14:useLocalDpi xmlns:a14="http://schemas.microsoft.com/office/drawing/2010/main"/>
              </a:ext>
            </a:extLst>
          </a:blip>
          <a:srcRect l="-143" r="-1"/>
          <a:stretch/>
        </p:blipFill>
        <p:spPr>
          <a:xfrm>
            <a:off x="-15499" y="-23247"/>
            <a:ext cx="12207498" cy="4940618"/>
          </a:xfrm>
          <a:prstGeom prst="rect">
            <a:avLst/>
          </a:prstGeom>
        </p:spPr>
      </p:pic>
      <p:grpSp>
        <p:nvGrpSpPr>
          <p:cNvPr id="2" name="Group 1"/>
          <p:cNvGrpSpPr/>
          <p:nvPr userDrawn="1"/>
        </p:nvGrpSpPr>
        <p:grpSpPr>
          <a:xfrm>
            <a:off x="-1" y="1982167"/>
            <a:ext cx="12192000" cy="4875833"/>
            <a:chOff x="-1" y="1982167"/>
            <a:chExt cx="12192000" cy="4875833"/>
          </a:xfrm>
        </p:grpSpPr>
        <p:sp>
          <p:nvSpPr>
            <p:cNvPr id="7" name="Freeform 6"/>
            <p:cNvSpPr/>
            <p:nvPr userDrawn="1"/>
          </p:nvSpPr>
          <p:spPr>
            <a:xfrm>
              <a:off x="-1" y="3312687"/>
              <a:ext cx="12192000" cy="3545313"/>
            </a:xfrm>
            <a:custGeom>
              <a:avLst/>
              <a:gdLst>
                <a:gd name="connsiteX0" fmla="*/ 986101 w 12192000"/>
                <a:gd name="connsiteY0" fmla="*/ 0 h 3545313"/>
                <a:gd name="connsiteX1" fmla="*/ 12192000 w 12192000"/>
                <a:gd name="connsiteY1" fmla="*/ 0 h 3545313"/>
                <a:gd name="connsiteX2" fmla="*/ 12192000 w 12192000"/>
                <a:gd name="connsiteY2" fmla="*/ 510802 h 3545313"/>
                <a:gd name="connsiteX3" fmla="*/ 12192000 w 12192000"/>
                <a:gd name="connsiteY3" fmla="*/ 1543258 h 3545313"/>
                <a:gd name="connsiteX4" fmla="*/ 12192000 w 12192000"/>
                <a:gd name="connsiteY4" fmla="*/ 3545313 h 3545313"/>
                <a:gd name="connsiteX5" fmla="*/ 986101 w 12192000"/>
                <a:gd name="connsiteY5" fmla="*/ 3545313 h 3545313"/>
                <a:gd name="connsiteX6" fmla="*/ 475299 w 12192000"/>
                <a:gd name="connsiteY6" fmla="*/ 3545313 h 3545313"/>
                <a:gd name="connsiteX7" fmla="*/ 0 w 12192000"/>
                <a:gd name="connsiteY7" fmla="*/ 3545313 h 3545313"/>
                <a:gd name="connsiteX8" fmla="*/ 0 w 12192000"/>
                <a:gd name="connsiteY8" fmla="*/ 1543258 h 3545313"/>
                <a:gd name="connsiteX9" fmla="*/ 475299 w 12192000"/>
                <a:gd name="connsiteY9" fmla="*/ 1543258 h 3545313"/>
                <a:gd name="connsiteX10" fmla="*/ 475299 w 12192000"/>
                <a:gd name="connsiteY10" fmla="*/ 510802 h 3545313"/>
                <a:gd name="connsiteX11" fmla="*/ 986101 w 12192000"/>
                <a:gd name="connsiteY11" fmla="*/ 510802 h 354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545313">
                  <a:moveTo>
                    <a:pt x="986101" y="0"/>
                  </a:moveTo>
                  <a:lnTo>
                    <a:pt x="12192000" y="0"/>
                  </a:lnTo>
                  <a:lnTo>
                    <a:pt x="12192000" y="510802"/>
                  </a:lnTo>
                  <a:lnTo>
                    <a:pt x="12192000" y="1543258"/>
                  </a:lnTo>
                  <a:lnTo>
                    <a:pt x="12192000" y="3545313"/>
                  </a:lnTo>
                  <a:lnTo>
                    <a:pt x="986101" y="3545313"/>
                  </a:lnTo>
                  <a:lnTo>
                    <a:pt x="475299" y="3545313"/>
                  </a:lnTo>
                  <a:lnTo>
                    <a:pt x="0" y="3545313"/>
                  </a:lnTo>
                  <a:lnTo>
                    <a:pt x="0" y="1543258"/>
                  </a:lnTo>
                  <a:lnTo>
                    <a:pt x="475299" y="1543258"/>
                  </a:lnTo>
                  <a:lnTo>
                    <a:pt x="475299" y="510802"/>
                  </a:lnTo>
                  <a:lnTo>
                    <a:pt x="986101" y="5108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Picture 3" descr="C:\Users\ipihu\Desktop\logo.png"/>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8686800" y="1982167"/>
              <a:ext cx="2449513"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Text Placeholder 19"/>
          <p:cNvSpPr>
            <a:spLocks noGrp="1"/>
          </p:cNvSpPr>
          <p:nvPr>
            <p:ph type="body" sz="quarter" idx="11" hasCustomPrompt="1"/>
          </p:nvPr>
        </p:nvSpPr>
        <p:spPr>
          <a:xfrm>
            <a:off x="982403" y="4797922"/>
            <a:ext cx="10159444" cy="1226863"/>
          </a:xfrm>
          <a:prstGeom prst="rect">
            <a:avLst/>
          </a:prstGeo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a:buNone/>
              <a:tabLst/>
              <a:defRPr sz="3200" b="1" cap="all" baseline="0">
                <a:solidFill>
                  <a:schemeClr val="accent1"/>
                </a:solidFill>
                <a:latin typeface="Verdana" charset="0"/>
              </a:defRPr>
            </a:lvl1pPr>
            <a:lvl2pPr marL="0" indent="0">
              <a:spcBef>
                <a:spcPts val="1000"/>
              </a:spcBef>
              <a:buFontTx/>
              <a:buNone/>
              <a:defRPr sz="1600" b="0">
                <a:solidFill>
                  <a:schemeClr val="accent2"/>
                </a:solidFill>
              </a:defRPr>
            </a:lvl2pPr>
          </a:lstStyle>
          <a:p>
            <a:r>
              <a:rPr lang="et-EE" altLang="en-US" sz="2900" err="1">
                <a:solidFill>
                  <a:schemeClr val="tx2"/>
                </a:solidFill>
              </a:rPr>
              <a:t>Intermediate</a:t>
            </a:r>
            <a:r>
              <a:rPr lang="et-EE" altLang="en-US" sz="2900">
                <a:solidFill>
                  <a:schemeClr val="tx2"/>
                </a:solidFill>
              </a:rPr>
              <a:t> </a:t>
            </a:r>
            <a:r>
              <a:rPr lang="et-EE" altLang="en-US" sz="2900" err="1">
                <a:solidFill>
                  <a:schemeClr val="tx2"/>
                </a:solidFill>
              </a:rPr>
              <a:t>slide</a:t>
            </a:r>
            <a:br>
              <a:rPr lang="et-EE" altLang="en-US" sz="2900">
                <a:solidFill>
                  <a:schemeClr val="tx2"/>
                </a:solidFill>
              </a:rPr>
            </a:br>
            <a:r>
              <a:rPr lang="et-EE" altLang="en-US" sz="2900">
                <a:solidFill>
                  <a:schemeClr val="accent1"/>
                </a:solidFill>
              </a:rPr>
              <a:t>IF NECESSARY ON TWO </a:t>
            </a:r>
            <a:br>
              <a:rPr lang="et-EE" altLang="en-US" sz="2900">
                <a:solidFill>
                  <a:schemeClr val="accent1"/>
                </a:solidFill>
              </a:rPr>
            </a:br>
            <a:r>
              <a:rPr lang="et-EE" altLang="en-US" sz="2900">
                <a:solidFill>
                  <a:schemeClr val="accent1"/>
                </a:solidFill>
              </a:rPr>
              <a:t>OR THREE ROWS</a:t>
            </a:r>
            <a:endParaRPr lang="en-US" altLang="en-US" sz="2900">
              <a:solidFill>
                <a:schemeClr val="accent1"/>
              </a:solidFill>
            </a:endParaRPr>
          </a:p>
        </p:txBody>
      </p:sp>
    </p:spTree>
    <p:extLst>
      <p:ext uri="{BB962C8B-B14F-4D97-AF65-F5344CB8AC3E}">
        <p14:creationId xmlns:p14="http://schemas.microsoft.com/office/powerpoint/2010/main" val="32368397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termediate slide 2">
    <p:spTree>
      <p:nvGrpSpPr>
        <p:cNvPr id="1" name=""/>
        <p:cNvGrpSpPr/>
        <p:nvPr/>
      </p:nvGrpSpPr>
      <p:grpSpPr>
        <a:xfrm>
          <a:off x="0" y="0"/>
          <a:ext cx="0" cy="0"/>
          <a:chOff x="0" y="0"/>
          <a:chExt cx="0" cy="0"/>
        </a:xfrm>
      </p:grpSpPr>
      <p:pic>
        <p:nvPicPr>
          <p:cNvPr id="8" name="Picture 13">
            <a:extLst>
              <a:ext uri="{FF2B5EF4-FFF2-40B4-BE49-F238E27FC236}">
                <a16:creationId xmlns:a16="http://schemas.microsoft.com/office/drawing/2014/main" id="{5CD619D2-C3BA-4D57-85CE-B9E0F7F5F77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43" r="-1"/>
          <a:stretch/>
        </p:blipFill>
        <p:spPr>
          <a:xfrm>
            <a:off x="-15499" y="-23248"/>
            <a:ext cx="6860680" cy="6881247"/>
          </a:xfrm>
          <a:prstGeom prst="rect">
            <a:avLst/>
          </a:prstGeom>
        </p:spPr>
      </p:pic>
      <p:grpSp>
        <p:nvGrpSpPr>
          <p:cNvPr id="11" name="Group 11">
            <a:extLst>
              <a:ext uri="{FF2B5EF4-FFF2-40B4-BE49-F238E27FC236}">
                <a16:creationId xmlns:a16="http://schemas.microsoft.com/office/drawing/2014/main" id="{F7596EE4-A1C1-4FEF-8368-9CF7D1AF1EF4}"/>
              </a:ext>
            </a:extLst>
          </p:cNvPr>
          <p:cNvGrpSpPr/>
          <p:nvPr userDrawn="1"/>
        </p:nvGrpSpPr>
        <p:grpSpPr>
          <a:xfrm>
            <a:off x="5128412" y="-30480"/>
            <a:ext cx="7063588" cy="6888480"/>
            <a:chOff x="4923693" y="-30480"/>
            <a:chExt cx="7063588" cy="6888480"/>
          </a:xfrm>
        </p:grpSpPr>
        <p:sp>
          <p:nvSpPr>
            <p:cNvPr id="12" name="Rectangle 8">
              <a:extLst>
                <a:ext uri="{FF2B5EF4-FFF2-40B4-BE49-F238E27FC236}">
                  <a16:creationId xmlns:a16="http://schemas.microsoft.com/office/drawing/2014/main" id="{5543C13F-7821-4DAE-9A90-AC943FA5CF8D}"/>
                </a:ext>
              </a:extLst>
            </p:cNvPr>
            <p:cNvSpPr/>
            <p:nvPr/>
          </p:nvSpPr>
          <p:spPr>
            <a:xfrm>
              <a:off x="4923693" y="-30480"/>
              <a:ext cx="7063588" cy="31253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0">
              <a:extLst>
                <a:ext uri="{FF2B5EF4-FFF2-40B4-BE49-F238E27FC236}">
                  <a16:creationId xmlns:a16="http://schemas.microsoft.com/office/drawing/2014/main" id="{DCC11422-3994-43CA-8671-5ACFC608CFDB}"/>
                </a:ext>
              </a:extLst>
            </p:cNvPr>
            <p:cNvSpPr/>
            <p:nvPr/>
          </p:nvSpPr>
          <p:spPr>
            <a:xfrm>
              <a:off x="5874058" y="2991173"/>
              <a:ext cx="6113223" cy="3866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0" name="Text Placeholder 19"/>
          <p:cNvSpPr>
            <a:spLocks noGrp="1"/>
          </p:cNvSpPr>
          <p:nvPr>
            <p:ph type="body" sz="quarter" idx="11" hasCustomPrompt="1"/>
          </p:nvPr>
        </p:nvSpPr>
        <p:spPr>
          <a:xfrm>
            <a:off x="6588807" y="2171481"/>
            <a:ext cx="4570131" cy="2333467"/>
          </a:xfrm>
          <a:prstGeom prst="rect">
            <a:avLst/>
          </a:prstGeo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a:buNone/>
              <a:tabLst/>
              <a:defRPr sz="3200" b="1" cap="all" baseline="0">
                <a:solidFill>
                  <a:schemeClr val="accent3"/>
                </a:solidFill>
                <a:latin typeface="Verdana" charset="0"/>
              </a:defRPr>
            </a:lvl1pPr>
            <a:lvl2pPr marL="0" indent="0">
              <a:spcBef>
                <a:spcPts val="1000"/>
              </a:spcBef>
              <a:buFontTx/>
              <a:buNone/>
              <a:defRPr sz="1600" b="0">
                <a:solidFill>
                  <a:schemeClr val="accent2"/>
                </a:solidFill>
              </a:defRPr>
            </a:lvl2pPr>
          </a:lstStyle>
          <a:p>
            <a:r>
              <a:rPr lang="et-EE" altLang="en-US" sz="2900" err="1">
                <a:solidFill>
                  <a:schemeClr val="tx2"/>
                </a:solidFill>
              </a:rPr>
              <a:t>Intermediate</a:t>
            </a:r>
            <a:r>
              <a:rPr lang="et-EE" altLang="en-US" sz="2900">
                <a:solidFill>
                  <a:schemeClr val="tx2"/>
                </a:solidFill>
              </a:rPr>
              <a:t> </a:t>
            </a:r>
            <a:r>
              <a:rPr lang="et-EE" altLang="en-US" sz="2900" err="1">
                <a:solidFill>
                  <a:schemeClr val="tx2"/>
                </a:solidFill>
              </a:rPr>
              <a:t>slide</a:t>
            </a:r>
            <a:br>
              <a:rPr lang="et-EE" altLang="en-US" sz="2900">
                <a:solidFill>
                  <a:schemeClr val="tx2"/>
                </a:solidFill>
              </a:rPr>
            </a:br>
            <a:r>
              <a:rPr lang="et-EE" altLang="en-US" sz="2900">
                <a:solidFill>
                  <a:schemeClr val="accent1"/>
                </a:solidFill>
              </a:rPr>
              <a:t>IF NECESSARY </a:t>
            </a:r>
            <a:br>
              <a:rPr lang="et-EE" altLang="en-US" sz="2900">
                <a:solidFill>
                  <a:schemeClr val="accent1"/>
                </a:solidFill>
              </a:rPr>
            </a:br>
            <a:r>
              <a:rPr lang="et-EE" altLang="en-US" sz="2900">
                <a:solidFill>
                  <a:schemeClr val="accent1"/>
                </a:solidFill>
              </a:rPr>
              <a:t>ON TWO OR </a:t>
            </a:r>
            <a:br>
              <a:rPr lang="et-EE" altLang="en-US" sz="2900">
                <a:solidFill>
                  <a:schemeClr val="accent1"/>
                </a:solidFill>
              </a:rPr>
            </a:br>
            <a:r>
              <a:rPr lang="et-EE" altLang="en-US" sz="2900">
                <a:solidFill>
                  <a:schemeClr val="accent1"/>
                </a:solidFill>
              </a:rPr>
              <a:t>THREE ROWS</a:t>
            </a:r>
            <a:endParaRPr lang="en-US" altLang="en-US" sz="2900">
              <a:solidFill>
                <a:schemeClr val="accent1"/>
              </a:solidFill>
            </a:endParaRPr>
          </a:p>
        </p:txBody>
      </p:sp>
    </p:spTree>
    <p:extLst>
      <p:ext uri="{BB962C8B-B14F-4D97-AF65-F5344CB8AC3E}">
        <p14:creationId xmlns:p14="http://schemas.microsoft.com/office/powerpoint/2010/main" val="16930075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termediate slide 3">
    <p:spTree>
      <p:nvGrpSpPr>
        <p:cNvPr id="1" name=""/>
        <p:cNvGrpSpPr/>
        <p:nvPr/>
      </p:nvGrpSpPr>
      <p:grpSpPr>
        <a:xfrm>
          <a:off x="0" y="0"/>
          <a:ext cx="0" cy="0"/>
          <a:chOff x="0" y="0"/>
          <a:chExt cx="0" cy="0"/>
        </a:xfrm>
      </p:grpSpPr>
      <p:pic>
        <p:nvPicPr>
          <p:cNvPr id="8" name="Picture 13">
            <a:extLst>
              <a:ext uri="{FF2B5EF4-FFF2-40B4-BE49-F238E27FC236}">
                <a16:creationId xmlns:a16="http://schemas.microsoft.com/office/drawing/2014/main" id="{6EEF71EA-745A-4289-8EEB-C8FBF10371E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43" r="-1"/>
          <a:stretch/>
        </p:blipFill>
        <p:spPr>
          <a:xfrm>
            <a:off x="-15499" y="-23248"/>
            <a:ext cx="12207498" cy="6881247"/>
          </a:xfrm>
          <a:prstGeom prst="rect">
            <a:avLst/>
          </a:prstGeom>
        </p:spPr>
      </p:pic>
      <p:sp>
        <p:nvSpPr>
          <p:cNvPr id="6" name="Text Placeholder 9">
            <a:extLst>
              <a:ext uri="{FF2B5EF4-FFF2-40B4-BE49-F238E27FC236}">
                <a16:creationId xmlns:a16="http://schemas.microsoft.com/office/drawing/2014/main" id="{E3F8F3CD-B427-4CDD-9A77-CE9B5003BA01}"/>
              </a:ext>
            </a:extLst>
          </p:cNvPr>
          <p:cNvSpPr>
            <a:spLocks noGrp="1"/>
          </p:cNvSpPr>
          <p:nvPr>
            <p:ph type="body" sz="quarter" idx="13" hasCustomPrompt="1"/>
          </p:nvPr>
        </p:nvSpPr>
        <p:spPr>
          <a:xfrm>
            <a:off x="6050422" y="3901508"/>
            <a:ext cx="5230027" cy="139688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a:buNone/>
              <a:tabLst/>
              <a:defRPr sz="2900" b="1" i="0" cap="all" baseline="0">
                <a:solidFill>
                  <a:schemeClr val="bg1"/>
                </a:solidFill>
                <a:latin typeface="Verdana" charset="0"/>
              </a:defRPr>
            </a:lvl1pPr>
          </a:lstStyle>
          <a:p>
            <a:pPr lvl="0"/>
            <a:r>
              <a:rPr lang="et-EE"/>
              <a:t>INTERMEDIATE SLIDE</a:t>
            </a:r>
          </a:p>
          <a:p>
            <a:pPr lvl="0"/>
            <a:r>
              <a:rPr lang="et-EE"/>
              <a:t>IF NECESSARY ON TWO OR THREE ROWS</a:t>
            </a:r>
          </a:p>
        </p:txBody>
      </p:sp>
    </p:spTree>
    <p:extLst>
      <p:ext uri="{BB962C8B-B14F-4D97-AF65-F5344CB8AC3E}">
        <p14:creationId xmlns:p14="http://schemas.microsoft.com/office/powerpoint/2010/main" val="25719870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pic>
        <p:nvPicPr>
          <p:cNvPr id="18" name="Picture 17"/>
          <p:cNvPicPr>
            <a:picLocks noChangeAspect="1"/>
          </p:cNvPicPr>
          <p:nvPr userDrawn="1"/>
        </p:nvPicPr>
        <p:blipFill rotWithShape="1">
          <a:blip r:embed="rId2" cstate="screen">
            <a:extLst>
              <a:ext uri="{28A0092B-C50C-407E-A947-70E740481C1C}">
                <a14:useLocalDpi xmlns:a14="http://schemas.microsoft.com/office/drawing/2010/main"/>
              </a:ext>
            </a:extLst>
          </a:blip>
          <a:srcRect l="-143" r="-1"/>
          <a:stretch/>
        </p:blipFill>
        <p:spPr>
          <a:xfrm>
            <a:off x="-15499" y="-23247"/>
            <a:ext cx="12207498" cy="4940618"/>
          </a:xfrm>
          <a:prstGeom prst="rect">
            <a:avLst/>
          </a:prstGeom>
        </p:spPr>
      </p:pic>
      <p:sp>
        <p:nvSpPr>
          <p:cNvPr id="15" name="Freeform 14"/>
          <p:cNvSpPr/>
          <p:nvPr userDrawn="1"/>
        </p:nvSpPr>
        <p:spPr>
          <a:xfrm>
            <a:off x="-1" y="3312687"/>
            <a:ext cx="12192000" cy="3545313"/>
          </a:xfrm>
          <a:custGeom>
            <a:avLst/>
            <a:gdLst>
              <a:gd name="connsiteX0" fmla="*/ 986101 w 12192000"/>
              <a:gd name="connsiteY0" fmla="*/ 0 h 3545313"/>
              <a:gd name="connsiteX1" fmla="*/ 12192000 w 12192000"/>
              <a:gd name="connsiteY1" fmla="*/ 0 h 3545313"/>
              <a:gd name="connsiteX2" fmla="*/ 12192000 w 12192000"/>
              <a:gd name="connsiteY2" fmla="*/ 510802 h 3545313"/>
              <a:gd name="connsiteX3" fmla="*/ 12192000 w 12192000"/>
              <a:gd name="connsiteY3" fmla="*/ 1543258 h 3545313"/>
              <a:gd name="connsiteX4" fmla="*/ 12192000 w 12192000"/>
              <a:gd name="connsiteY4" fmla="*/ 3545313 h 3545313"/>
              <a:gd name="connsiteX5" fmla="*/ 986101 w 12192000"/>
              <a:gd name="connsiteY5" fmla="*/ 3545313 h 3545313"/>
              <a:gd name="connsiteX6" fmla="*/ 475299 w 12192000"/>
              <a:gd name="connsiteY6" fmla="*/ 3545313 h 3545313"/>
              <a:gd name="connsiteX7" fmla="*/ 0 w 12192000"/>
              <a:gd name="connsiteY7" fmla="*/ 3545313 h 3545313"/>
              <a:gd name="connsiteX8" fmla="*/ 0 w 12192000"/>
              <a:gd name="connsiteY8" fmla="*/ 1543258 h 3545313"/>
              <a:gd name="connsiteX9" fmla="*/ 475299 w 12192000"/>
              <a:gd name="connsiteY9" fmla="*/ 1543258 h 3545313"/>
              <a:gd name="connsiteX10" fmla="*/ 475299 w 12192000"/>
              <a:gd name="connsiteY10" fmla="*/ 510802 h 3545313"/>
              <a:gd name="connsiteX11" fmla="*/ 986101 w 12192000"/>
              <a:gd name="connsiteY11" fmla="*/ 510802 h 354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545313">
                <a:moveTo>
                  <a:pt x="986101" y="0"/>
                </a:moveTo>
                <a:lnTo>
                  <a:pt x="12192000" y="0"/>
                </a:lnTo>
                <a:lnTo>
                  <a:pt x="12192000" y="510802"/>
                </a:lnTo>
                <a:lnTo>
                  <a:pt x="12192000" y="1543258"/>
                </a:lnTo>
                <a:lnTo>
                  <a:pt x="12192000" y="3545313"/>
                </a:lnTo>
                <a:lnTo>
                  <a:pt x="986101" y="3545313"/>
                </a:lnTo>
                <a:lnTo>
                  <a:pt x="475299" y="3545313"/>
                </a:lnTo>
                <a:lnTo>
                  <a:pt x="0" y="3545313"/>
                </a:lnTo>
                <a:lnTo>
                  <a:pt x="0" y="1543258"/>
                </a:lnTo>
                <a:lnTo>
                  <a:pt x="475299" y="1543258"/>
                </a:lnTo>
                <a:lnTo>
                  <a:pt x="475299" y="510802"/>
                </a:lnTo>
                <a:lnTo>
                  <a:pt x="986101" y="5108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6" name="Picture 15"/>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693884" y="1975732"/>
            <a:ext cx="2447645" cy="1370681"/>
          </a:xfrm>
          <a:prstGeom prst="rect">
            <a:avLst/>
          </a:prstGeom>
        </p:spPr>
      </p:pic>
      <p:sp>
        <p:nvSpPr>
          <p:cNvPr id="5" name="TextBox 4"/>
          <p:cNvSpPr txBox="1">
            <a:spLocks noChangeArrowheads="1"/>
          </p:cNvSpPr>
          <p:nvPr userDrawn="1"/>
        </p:nvSpPr>
        <p:spPr bwMode="auto">
          <a:xfrm>
            <a:off x="0" y="-992188"/>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eaLnBrk="1" hangingPunct="1">
              <a:defRPr/>
            </a:pPr>
            <a:endParaRPr lang="en-US" altLang="en-US"/>
          </a:p>
        </p:txBody>
      </p:sp>
      <p:sp>
        <p:nvSpPr>
          <p:cNvPr id="8" name="Text Placeholder 19"/>
          <p:cNvSpPr>
            <a:spLocks noGrp="1"/>
          </p:cNvSpPr>
          <p:nvPr>
            <p:ph type="body" sz="quarter" idx="11" hasCustomPrompt="1"/>
          </p:nvPr>
        </p:nvSpPr>
        <p:spPr>
          <a:xfrm>
            <a:off x="982403" y="4755192"/>
            <a:ext cx="9469104" cy="1688335"/>
          </a:xfrm>
          <a:prstGeom prst="rect">
            <a:avLst/>
          </a:prstGeom>
        </p:spPr>
        <p:txBody>
          <a:bodyPr lIns="0" tIns="0" rIns="0" bIns="0">
            <a:normAutofit/>
          </a:bodyPr>
          <a:lstStyle>
            <a:lvl1pPr marL="0" marR="0" indent="0" algn="l" defTabSz="914400" rtl="0" eaLnBrk="1" fontAlgn="auto" latinLnBrk="0" hangingPunct="1">
              <a:lnSpc>
                <a:spcPct val="100000"/>
              </a:lnSpc>
              <a:spcBef>
                <a:spcPts val="1000"/>
              </a:spcBef>
              <a:spcAft>
                <a:spcPts val="0"/>
              </a:spcAft>
              <a:buClrTx/>
              <a:buSzTx/>
              <a:buFont typeface="Arial"/>
              <a:buNone/>
              <a:tabLst/>
              <a:defRPr sz="3200" b="1" cap="all" baseline="0">
                <a:solidFill>
                  <a:schemeClr val="tx2"/>
                </a:solidFill>
                <a:latin typeface="Verdana" charset="0"/>
              </a:defRPr>
            </a:lvl1pPr>
            <a:lvl2pPr marL="0" indent="0">
              <a:spcBef>
                <a:spcPts val="1000"/>
              </a:spcBef>
              <a:buFontTx/>
              <a:buNone/>
              <a:defRPr sz="1600" b="0">
                <a:solidFill>
                  <a:schemeClr val="accent2"/>
                </a:solidFill>
              </a:defRPr>
            </a:lvl2pPr>
          </a:lstStyle>
          <a:p>
            <a:pPr lvl="0">
              <a:defRPr/>
            </a:pPr>
            <a:r>
              <a:rPr lang="en-US" altLang="en-US"/>
              <a:t>TALLINN</a:t>
            </a:r>
            <a:r>
              <a:rPr lang="et-EE" altLang="en-US"/>
              <a:t> UNIVERSITY OF TECHNOLOGY</a:t>
            </a:r>
            <a:endParaRPr lang="en-US" altLang="en-US"/>
          </a:p>
          <a:p>
            <a:r>
              <a:rPr lang="en-US" altLang="en-US" sz="2000" cap="none">
                <a:latin typeface="Verdana" panose="020B0604030504040204" pitchFamily="34" charset="0"/>
              </a:rPr>
              <a:t>t</a:t>
            </a:r>
            <a:r>
              <a:rPr lang="et-EE" altLang="en-US" sz="2000" cap="none" err="1">
                <a:latin typeface="Verdana" panose="020B0604030504040204" pitchFamily="34" charset="0"/>
              </a:rPr>
              <a:t>altech</a:t>
            </a:r>
            <a:r>
              <a:rPr lang="en-US" altLang="en-US" sz="2000" cap="none">
                <a:latin typeface="Verdana" panose="020B0604030504040204" pitchFamily="34" charset="0"/>
              </a:rPr>
              <a:t>.</a:t>
            </a:r>
            <a:r>
              <a:rPr lang="en-US" altLang="en-US" sz="2000" cap="none" err="1">
                <a:latin typeface="Verdana" panose="020B0604030504040204" pitchFamily="34" charset="0"/>
              </a:rPr>
              <a:t>ee</a:t>
            </a:r>
            <a:endParaRPr lang="en-US" altLang="en-US" sz="2000" cap="none"/>
          </a:p>
        </p:txBody>
      </p:sp>
      <p:pic>
        <p:nvPicPr>
          <p:cNvPr id="3" name="Pilt 2">
            <a:extLst>
              <a:ext uri="{FF2B5EF4-FFF2-40B4-BE49-F238E27FC236}">
                <a16:creationId xmlns:a16="http://schemas.microsoft.com/office/drawing/2014/main" id="{4947FA58-87C0-44A2-98EC-3D27BA98F1CE}"/>
              </a:ext>
            </a:extLst>
          </p:cNvPr>
          <p:cNvPicPr>
            <a:picLocks noChangeAspect="1"/>
          </p:cNvPicPr>
          <p:nvPr userDrawn="1"/>
        </p:nvPicPr>
        <p:blipFill>
          <a:blip r:embed="rId4"/>
          <a:stretch>
            <a:fillRect/>
          </a:stretch>
        </p:blipFill>
        <p:spPr>
          <a:xfrm>
            <a:off x="8693884" y="5999711"/>
            <a:ext cx="2447645" cy="328543"/>
          </a:xfrm>
          <a:prstGeom prst="rect">
            <a:avLst/>
          </a:prstGeom>
        </p:spPr>
      </p:pic>
    </p:spTree>
    <p:extLst>
      <p:ext uri="{BB962C8B-B14F-4D97-AF65-F5344CB8AC3E}">
        <p14:creationId xmlns:p14="http://schemas.microsoft.com/office/powerpoint/2010/main" val="2075138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5E0AB993-4BFC-4F9E-97E1-F2FF3173D0DF}"/>
              </a:ext>
            </a:extLst>
          </p:cNvPr>
          <p:cNvSpPr>
            <a:spLocks noGrp="1"/>
          </p:cNvSpPr>
          <p:nvPr>
            <p:ph type="title"/>
          </p:nvPr>
        </p:nvSpPr>
        <p:spPr>
          <a:xfrm>
            <a:off x="393819" y="365125"/>
            <a:ext cx="10515600" cy="956599"/>
          </a:xfrm>
          <a:prstGeom prst="rect">
            <a:avLst/>
          </a:prstGeom>
        </p:spPr>
        <p:txBody>
          <a:bodyPr vert="horz" lIns="91440" tIns="45720" rIns="91440" bIns="45720" rtlCol="0" anchor="ctr">
            <a:normAutofit/>
          </a:bodyPr>
          <a:lstStyle/>
          <a:p>
            <a:pPr lvl="0"/>
            <a:r>
              <a:rPr lang="en-US"/>
              <a:t>Slide title</a:t>
            </a:r>
            <a:br>
              <a:rPr lang="en-US"/>
            </a:br>
            <a:r>
              <a:rPr lang="en-US"/>
              <a:t>on two lines</a:t>
            </a:r>
            <a:r>
              <a:rPr lang="et-EE"/>
              <a:t> </a:t>
            </a:r>
            <a:r>
              <a:rPr lang="en-US"/>
              <a:t>if necessary</a:t>
            </a:r>
          </a:p>
        </p:txBody>
      </p:sp>
      <p:sp>
        <p:nvSpPr>
          <p:cNvPr id="5" name="Text Placeholder 4">
            <a:extLst>
              <a:ext uri="{FF2B5EF4-FFF2-40B4-BE49-F238E27FC236}">
                <a16:creationId xmlns:a16="http://schemas.microsoft.com/office/drawing/2014/main" id="{76043F4D-4C1B-412C-914B-5B86DDA7F615}"/>
              </a:ext>
            </a:extLst>
          </p:cNvPr>
          <p:cNvSpPr>
            <a:spLocks noGrp="1"/>
          </p:cNvSpPr>
          <p:nvPr>
            <p:ph type="body" idx="1"/>
          </p:nvPr>
        </p:nvSpPr>
        <p:spPr>
          <a:xfrm>
            <a:off x="2171700" y="1547565"/>
            <a:ext cx="9182100" cy="3968998"/>
          </a:xfrm>
          <a:prstGeom prst="rect">
            <a:avLst/>
          </a:prstGeom>
        </p:spPr>
        <p:txBody>
          <a:bodyPr vert="horz" lIns="91440" tIns="45720" rIns="91440" bIns="45720" rtlCol="0">
            <a:normAutofit/>
          </a:bodyPr>
          <a:lstStyle/>
          <a:p>
            <a:pPr>
              <a:buClr>
                <a:srgbClr val="E4067E"/>
              </a:buClr>
            </a:pPr>
            <a:r>
              <a:rPr lang="en-US" altLang="en-US" sz="1800" err="1">
                <a:solidFill>
                  <a:srgbClr val="332B60"/>
                </a:solidFill>
                <a:latin typeface="+mn-lt"/>
              </a:rPr>
              <a:t>Vivamus</a:t>
            </a:r>
            <a:r>
              <a:rPr lang="en-US" altLang="en-US" sz="1800">
                <a:solidFill>
                  <a:srgbClr val="332B60"/>
                </a:solidFill>
                <a:latin typeface="+mn-lt"/>
              </a:rPr>
              <a:t> </a:t>
            </a:r>
            <a:r>
              <a:rPr lang="en-US" altLang="en-US" sz="1800" err="1">
                <a:solidFill>
                  <a:srgbClr val="332B60"/>
                </a:solidFill>
                <a:latin typeface="+mn-lt"/>
              </a:rPr>
              <a:t>hendrerit</a:t>
            </a:r>
            <a:r>
              <a:rPr lang="en-US" altLang="en-US" sz="1800">
                <a:solidFill>
                  <a:srgbClr val="332B60"/>
                </a:solidFill>
                <a:latin typeface="+mn-lt"/>
              </a:rPr>
              <a:t>. </a:t>
            </a:r>
            <a:r>
              <a:rPr lang="en-US" altLang="en-US" sz="1800" err="1">
                <a:solidFill>
                  <a:srgbClr val="332B60"/>
                </a:solidFill>
                <a:latin typeface="+mn-lt"/>
              </a:rPr>
              <a:t>Proin</a:t>
            </a:r>
            <a:r>
              <a:rPr lang="en-US" altLang="en-US" sz="1800">
                <a:solidFill>
                  <a:srgbClr val="332B60"/>
                </a:solidFill>
                <a:latin typeface="+mn-lt"/>
              </a:rPr>
              <a:t> </a:t>
            </a:r>
            <a:r>
              <a:rPr lang="en-US" altLang="en-US" sz="1800" err="1">
                <a:solidFill>
                  <a:srgbClr val="332B60"/>
                </a:solidFill>
                <a:latin typeface="+mn-lt"/>
              </a:rPr>
              <a:t>dapibus</a:t>
            </a:r>
            <a:r>
              <a:rPr lang="en-US" altLang="en-US" sz="1800">
                <a:solidFill>
                  <a:srgbClr val="332B60"/>
                </a:solidFill>
                <a:latin typeface="+mn-lt"/>
              </a:rPr>
              <a:t>. </a:t>
            </a:r>
            <a:r>
              <a:rPr lang="en-US" altLang="en-US" sz="1800" err="1">
                <a:solidFill>
                  <a:srgbClr val="332B60"/>
                </a:solidFill>
                <a:latin typeface="+mn-lt"/>
              </a:rPr>
              <a:t>Praesent</a:t>
            </a:r>
            <a:r>
              <a:rPr lang="en-US" altLang="en-US" sz="1800">
                <a:solidFill>
                  <a:srgbClr val="332B60"/>
                </a:solidFill>
                <a:latin typeface="+mn-lt"/>
              </a:rPr>
              <a:t> </a:t>
            </a:r>
            <a:r>
              <a:rPr lang="en-US" altLang="en-US" sz="1800" err="1">
                <a:solidFill>
                  <a:srgbClr val="332B60"/>
                </a:solidFill>
                <a:latin typeface="+mn-lt"/>
              </a:rPr>
              <a:t>ultrice</a:t>
            </a:r>
            <a:r>
              <a:rPr lang="en-US" altLang="en-US" sz="1800">
                <a:solidFill>
                  <a:srgbClr val="332B60"/>
                </a:solidFill>
                <a:latin typeface="+mn-lt"/>
              </a:rPr>
              <a:t> </a:t>
            </a:r>
            <a:r>
              <a:rPr lang="en-US" altLang="en-US" sz="1800" err="1">
                <a:solidFill>
                  <a:srgbClr val="332B60"/>
                </a:solidFill>
                <a:latin typeface="+mn-lt"/>
              </a:rPr>
              <a:t>ces</a:t>
            </a:r>
            <a:r>
              <a:rPr lang="en-US" altLang="en-US" sz="1800">
                <a:solidFill>
                  <a:srgbClr val="332B60"/>
                </a:solidFill>
                <a:latin typeface="+mn-lt"/>
              </a:rPr>
              <a:t> </a:t>
            </a:r>
            <a:r>
              <a:rPr lang="en-US" altLang="en-US" sz="1800" err="1">
                <a:solidFill>
                  <a:srgbClr val="332B60"/>
                </a:solidFill>
                <a:latin typeface="+mn-lt"/>
              </a:rPr>
              <a:t>nulla</a:t>
            </a:r>
            <a:r>
              <a:rPr lang="en-US" altLang="en-US" sz="1800">
                <a:solidFill>
                  <a:srgbClr val="332B60"/>
                </a:solidFill>
                <a:latin typeface="+mn-lt"/>
              </a:rPr>
              <a:t> sit </a:t>
            </a:r>
            <a:r>
              <a:rPr lang="en-US" altLang="en-US" sz="1800" err="1">
                <a:solidFill>
                  <a:srgbClr val="332B60"/>
                </a:solidFill>
                <a:latin typeface="+mn-lt"/>
              </a:rPr>
              <a:t>amet</a:t>
            </a:r>
            <a:r>
              <a:rPr lang="en-US" altLang="en-US" sz="1800">
                <a:solidFill>
                  <a:srgbClr val="332B60"/>
                </a:solidFill>
                <a:latin typeface="+mn-lt"/>
              </a:rPr>
              <a:t> </a:t>
            </a:r>
            <a:r>
              <a:rPr lang="en-US" altLang="en-US" sz="1800" err="1">
                <a:solidFill>
                  <a:srgbClr val="332B60"/>
                </a:solidFill>
                <a:latin typeface="+mn-lt"/>
              </a:rPr>
              <a:t>lacus</a:t>
            </a:r>
            <a:r>
              <a:rPr lang="en-US" altLang="en-US" sz="1800">
                <a:solidFill>
                  <a:srgbClr val="332B60"/>
                </a:solidFill>
                <a:latin typeface="+mn-lt"/>
              </a:rPr>
              <a:t>.</a:t>
            </a:r>
          </a:p>
          <a:p>
            <a:pPr lvl="1">
              <a:buClr>
                <a:srgbClr val="E4067E"/>
              </a:buClr>
              <a:buFont typeface="Wingdings" panose="05000000000000000000" pitchFamily="2" charset="2"/>
              <a:buChar char="§"/>
            </a:pPr>
            <a:r>
              <a:rPr lang="en-US" altLang="en-US" sz="1800">
                <a:solidFill>
                  <a:srgbClr val="332B60"/>
                </a:solidFill>
              </a:rPr>
              <a:t>Ut vitae </a:t>
            </a:r>
            <a:r>
              <a:rPr lang="en-US" altLang="en-US" sz="1800" err="1">
                <a:solidFill>
                  <a:srgbClr val="332B60"/>
                </a:solidFill>
              </a:rPr>
              <a:t>nunc</a:t>
            </a:r>
            <a:r>
              <a:rPr lang="en-US" altLang="en-US" sz="1800">
                <a:solidFill>
                  <a:srgbClr val="332B60"/>
                </a:solidFill>
              </a:rPr>
              <a:t> non </a:t>
            </a:r>
            <a:r>
              <a:rPr lang="en-US" altLang="en-US" sz="1800" err="1">
                <a:solidFill>
                  <a:srgbClr val="332B60"/>
                </a:solidFill>
              </a:rPr>
              <a:t>pede</a:t>
            </a:r>
            <a:r>
              <a:rPr lang="en-US" altLang="en-US" sz="1800">
                <a:solidFill>
                  <a:srgbClr val="332B60"/>
                </a:solidFill>
              </a:rPr>
              <a:t> </a:t>
            </a:r>
            <a:r>
              <a:rPr lang="en-US" altLang="en-US" sz="1800" err="1">
                <a:solidFill>
                  <a:srgbClr val="332B60"/>
                </a:solidFill>
              </a:rPr>
              <a:t>tristique</a:t>
            </a:r>
            <a:r>
              <a:rPr lang="en-US" altLang="en-US" sz="1800">
                <a:solidFill>
                  <a:srgbClr val="332B60"/>
                </a:solidFill>
              </a:rPr>
              <a:t> </a:t>
            </a:r>
            <a:r>
              <a:rPr lang="en-US" altLang="en-US" sz="1800" err="1">
                <a:solidFill>
                  <a:srgbClr val="332B60"/>
                </a:solidFill>
              </a:rPr>
              <a:t>sagittis</a:t>
            </a:r>
            <a:r>
              <a:rPr lang="en-US" altLang="en-US" sz="1800">
                <a:solidFill>
                  <a:srgbClr val="332B60"/>
                </a:solidFill>
              </a:rPr>
              <a:t>. </a:t>
            </a:r>
            <a:r>
              <a:rPr lang="en-US" altLang="en-US" sz="1800" err="1">
                <a:solidFill>
                  <a:srgbClr val="332B60"/>
                </a:solidFill>
              </a:rPr>
              <a:t>Aliquam</a:t>
            </a:r>
            <a:r>
              <a:rPr lang="en-US" altLang="en-US" sz="1800">
                <a:solidFill>
                  <a:srgbClr val="332B60"/>
                </a:solidFill>
              </a:rPr>
              <a:t> </a:t>
            </a:r>
            <a:r>
              <a:rPr lang="en-US" altLang="en-US" sz="1800" err="1">
                <a:solidFill>
                  <a:srgbClr val="332B60"/>
                </a:solidFill>
              </a:rPr>
              <a:t>imperdiet</a:t>
            </a:r>
            <a:r>
              <a:rPr lang="en-US" altLang="en-US" sz="1800">
                <a:solidFill>
                  <a:srgbClr val="332B60"/>
                </a:solidFill>
              </a:rPr>
              <a:t> </a:t>
            </a:r>
            <a:r>
              <a:rPr lang="en-US" altLang="en-US" sz="1800" err="1">
                <a:solidFill>
                  <a:srgbClr val="332B60"/>
                </a:solidFill>
              </a:rPr>
              <a:t>elit</a:t>
            </a:r>
            <a:r>
              <a:rPr lang="en-US" altLang="en-US" sz="1800">
                <a:solidFill>
                  <a:srgbClr val="332B60"/>
                </a:solidFill>
              </a:rPr>
              <a:t> vel </a:t>
            </a:r>
            <a:r>
              <a:rPr lang="en-US" altLang="en-US" sz="1800" err="1">
                <a:solidFill>
                  <a:srgbClr val="332B60"/>
                </a:solidFill>
              </a:rPr>
              <a:t>justo</a:t>
            </a:r>
            <a:r>
              <a:rPr lang="en-US" altLang="en-US" sz="1800">
                <a:solidFill>
                  <a:srgbClr val="332B60"/>
                </a:solidFill>
              </a:rPr>
              <a:t>. </a:t>
            </a:r>
          </a:p>
          <a:p>
            <a:pPr lvl="2">
              <a:buClr>
                <a:srgbClr val="E4067E"/>
              </a:buClr>
              <a:buFont typeface="Wingdings" panose="05000000000000000000" pitchFamily="2" charset="2"/>
              <a:buChar char="§"/>
            </a:pPr>
            <a:r>
              <a:rPr lang="en-US" altLang="en-US" sz="1800" err="1">
                <a:solidFill>
                  <a:srgbClr val="332B60"/>
                </a:solidFill>
              </a:rPr>
              <a:t>Quisque</a:t>
            </a:r>
            <a:r>
              <a:rPr lang="en-US" altLang="en-US" sz="1800">
                <a:solidFill>
                  <a:srgbClr val="332B60"/>
                </a:solidFill>
              </a:rPr>
              <a:t> </a:t>
            </a:r>
            <a:r>
              <a:rPr lang="en-US" altLang="en-US" sz="1800" err="1">
                <a:solidFill>
                  <a:srgbClr val="332B60"/>
                </a:solidFill>
              </a:rPr>
              <a:t>porttitor</a:t>
            </a:r>
            <a:r>
              <a:rPr lang="en-US" altLang="en-US" sz="1800">
                <a:solidFill>
                  <a:srgbClr val="332B60"/>
                </a:solidFill>
              </a:rPr>
              <a:t> </a:t>
            </a:r>
            <a:r>
              <a:rPr lang="en-US" altLang="en-US" sz="1800" err="1">
                <a:solidFill>
                  <a:srgbClr val="332B60"/>
                </a:solidFill>
              </a:rPr>
              <a:t>imperiandiet</a:t>
            </a:r>
            <a:r>
              <a:rPr lang="en-US" altLang="en-US" sz="1800">
                <a:solidFill>
                  <a:srgbClr val="332B60"/>
                </a:solidFill>
              </a:rPr>
              <a:t> qua.</a:t>
            </a:r>
          </a:p>
          <a:p>
            <a:pPr lvl="3">
              <a:buClr>
                <a:srgbClr val="E4067E"/>
              </a:buClr>
              <a:buFont typeface="Wingdings" panose="05000000000000000000" pitchFamily="2" charset="2"/>
              <a:buChar char="§"/>
            </a:pPr>
            <a:r>
              <a:rPr lang="en-US" altLang="en-US" err="1">
                <a:solidFill>
                  <a:srgbClr val="332B60"/>
                </a:solidFill>
              </a:rPr>
              <a:t>Phasellus</a:t>
            </a:r>
            <a:r>
              <a:rPr lang="en-US" altLang="en-US">
                <a:solidFill>
                  <a:srgbClr val="332B60"/>
                </a:solidFill>
              </a:rPr>
              <a:t> vel </a:t>
            </a:r>
            <a:r>
              <a:rPr lang="en-US" altLang="en-US" err="1">
                <a:solidFill>
                  <a:srgbClr val="332B60"/>
                </a:solidFill>
              </a:rPr>
              <a:t>lectus</a:t>
            </a:r>
            <a:r>
              <a:rPr lang="en-US" altLang="en-US">
                <a:solidFill>
                  <a:srgbClr val="332B60"/>
                </a:solidFill>
              </a:rPr>
              <a:t> at </a:t>
            </a:r>
            <a:r>
              <a:rPr lang="en-US" altLang="en-US" err="1">
                <a:solidFill>
                  <a:srgbClr val="332B60"/>
                </a:solidFill>
              </a:rPr>
              <a:t>orci</a:t>
            </a:r>
            <a:r>
              <a:rPr lang="en-US" altLang="en-US">
                <a:solidFill>
                  <a:srgbClr val="332B60"/>
                </a:solidFill>
              </a:rPr>
              <a:t> </a:t>
            </a:r>
            <a:r>
              <a:rPr lang="en-US" altLang="en-US" err="1">
                <a:solidFill>
                  <a:srgbClr val="332B60"/>
                </a:solidFill>
              </a:rPr>
              <a:t>ornare</a:t>
            </a:r>
            <a:r>
              <a:rPr lang="en-US" altLang="en-US">
                <a:solidFill>
                  <a:srgbClr val="332B60"/>
                </a:solidFill>
              </a:rPr>
              <a:t> </a:t>
            </a:r>
            <a:r>
              <a:rPr lang="en-US" altLang="en-US" err="1">
                <a:solidFill>
                  <a:srgbClr val="332B60"/>
                </a:solidFill>
              </a:rPr>
              <a:t>ultrices</a:t>
            </a:r>
            <a:r>
              <a:rPr lang="en-US" altLang="en-US">
                <a:solidFill>
                  <a:srgbClr val="332B60"/>
                </a:solidFill>
              </a:rPr>
              <a:t>. Viva </a:t>
            </a:r>
            <a:r>
              <a:rPr lang="en-US" altLang="en-US" err="1">
                <a:solidFill>
                  <a:srgbClr val="332B60"/>
                </a:solidFill>
              </a:rPr>
              <a:t>etmus</a:t>
            </a:r>
            <a:r>
              <a:rPr lang="en-US" altLang="en-US">
                <a:solidFill>
                  <a:srgbClr val="332B60"/>
                </a:solidFill>
              </a:rPr>
              <a:t> </a:t>
            </a:r>
            <a:r>
              <a:rPr lang="en-US" altLang="en-US" err="1">
                <a:solidFill>
                  <a:srgbClr val="332B60"/>
                </a:solidFill>
              </a:rPr>
              <a:t>justo</a:t>
            </a:r>
            <a:r>
              <a:rPr lang="en-US" altLang="en-US">
                <a:solidFill>
                  <a:srgbClr val="332B60"/>
                </a:solidFill>
              </a:rPr>
              <a:t> </a:t>
            </a:r>
            <a:r>
              <a:rPr lang="en-US" altLang="en-US" err="1">
                <a:solidFill>
                  <a:srgbClr val="332B60"/>
                </a:solidFill>
              </a:rPr>
              <a:t>est</a:t>
            </a:r>
            <a:r>
              <a:rPr lang="en-US" altLang="en-US">
                <a:solidFill>
                  <a:srgbClr val="332B60"/>
                </a:solidFill>
              </a:rPr>
              <a:t>, </a:t>
            </a:r>
            <a:r>
              <a:rPr lang="en-US" altLang="en-US" err="1">
                <a:solidFill>
                  <a:srgbClr val="332B60"/>
                </a:solidFill>
              </a:rPr>
              <a:t>vulputate</a:t>
            </a:r>
            <a:r>
              <a:rPr lang="en-US" altLang="en-US">
                <a:solidFill>
                  <a:srgbClr val="332B60"/>
                </a:solidFill>
              </a:rPr>
              <a:t> </a:t>
            </a:r>
            <a:r>
              <a:rPr lang="en-US" altLang="en-US" err="1">
                <a:solidFill>
                  <a:srgbClr val="332B60"/>
                </a:solidFill>
              </a:rPr>
              <a:t>eu</a:t>
            </a:r>
            <a:r>
              <a:rPr lang="et-EE" altLang="en-US">
                <a:solidFill>
                  <a:srgbClr val="332B60"/>
                </a:solidFill>
              </a:rPr>
              <a:t>.</a:t>
            </a:r>
          </a:p>
          <a:p>
            <a:pPr lvl="4">
              <a:buClr>
                <a:srgbClr val="E4067E"/>
              </a:buClr>
              <a:buFont typeface="Wingdings" panose="05000000000000000000" pitchFamily="2" charset="2"/>
              <a:buChar char="§"/>
            </a:pPr>
            <a:r>
              <a:rPr lang="en-US" altLang="en-US" err="1">
                <a:solidFill>
                  <a:srgbClr val="332B60"/>
                </a:solidFill>
              </a:rPr>
              <a:t>Phasellus</a:t>
            </a:r>
            <a:r>
              <a:rPr lang="en-US" altLang="en-US">
                <a:solidFill>
                  <a:srgbClr val="332B60"/>
                </a:solidFill>
              </a:rPr>
              <a:t> vel </a:t>
            </a:r>
            <a:r>
              <a:rPr lang="en-US" altLang="en-US" err="1">
                <a:solidFill>
                  <a:srgbClr val="332B60"/>
                </a:solidFill>
              </a:rPr>
              <a:t>lectus</a:t>
            </a:r>
            <a:r>
              <a:rPr lang="en-US" altLang="en-US">
                <a:solidFill>
                  <a:srgbClr val="332B60"/>
                </a:solidFill>
              </a:rPr>
              <a:t> at </a:t>
            </a:r>
            <a:r>
              <a:rPr lang="en-US" altLang="en-US" err="1">
                <a:solidFill>
                  <a:srgbClr val="332B60"/>
                </a:solidFill>
              </a:rPr>
              <a:t>orci</a:t>
            </a:r>
            <a:r>
              <a:rPr lang="en-US" altLang="en-US">
                <a:solidFill>
                  <a:srgbClr val="332B60"/>
                </a:solidFill>
              </a:rPr>
              <a:t> </a:t>
            </a:r>
            <a:r>
              <a:rPr lang="en-US" altLang="en-US" err="1">
                <a:solidFill>
                  <a:srgbClr val="332B60"/>
                </a:solidFill>
              </a:rPr>
              <a:t>ornare</a:t>
            </a:r>
            <a:r>
              <a:rPr lang="en-US" altLang="en-US">
                <a:solidFill>
                  <a:srgbClr val="332B60"/>
                </a:solidFill>
              </a:rPr>
              <a:t> </a:t>
            </a:r>
            <a:r>
              <a:rPr lang="en-US" altLang="en-US" err="1">
                <a:solidFill>
                  <a:srgbClr val="332B60"/>
                </a:solidFill>
              </a:rPr>
              <a:t>ultrices</a:t>
            </a:r>
            <a:r>
              <a:rPr lang="en-US" altLang="en-US">
                <a:solidFill>
                  <a:srgbClr val="332B60"/>
                </a:solidFill>
              </a:rPr>
              <a:t>. Viva </a:t>
            </a:r>
            <a:r>
              <a:rPr lang="en-US" altLang="en-US" err="1">
                <a:solidFill>
                  <a:srgbClr val="332B60"/>
                </a:solidFill>
              </a:rPr>
              <a:t>etmus</a:t>
            </a:r>
            <a:r>
              <a:rPr lang="en-US" altLang="en-US">
                <a:solidFill>
                  <a:srgbClr val="332B60"/>
                </a:solidFill>
              </a:rPr>
              <a:t> </a:t>
            </a:r>
            <a:r>
              <a:rPr lang="en-US" altLang="en-US" err="1">
                <a:solidFill>
                  <a:srgbClr val="332B60"/>
                </a:solidFill>
              </a:rPr>
              <a:t>justo</a:t>
            </a:r>
            <a:r>
              <a:rPr lang="en-US" altLang="en-US">
                <a:solidFill>
                  <a:srgbClr val="332B60"/>
                </a:solidFill>
              </a:rPr>
              <a:t> </a:t>
            </a:r>
            <a:r>
              <a:rPr lang="en-US" altLang="en-US" err="1">
                <a:solidFill>
                  <a:srgbClr val="332B60"/>
                </a:solidFill>
              </a:rPr>
              <a:t>est</a:t>
            </a:r>
            <a:r>
              <a:rPr lang="en-US" altLang="en-US">
                <a:solidFill>
                  <a:srgbClr val="332B60"/>
                </a:solidFill>
              </a:rPr>
              <a:t>, </a:t>
            </a:r>
            <a:r>
              <a:rPr lang="en-US" altLang="en-US" err="1">
                <a:solidFill>
                  <a:srgbClr val="332B60"/>
                </a:solidFill>
              </a:rPr>
              <a:t>vulputate</a:t>
            </a:r>
            <a:r>
              <a:rPr lang="en-US" altLang="en-US">
                <a:solidFill>
                  <a:srgbClr val="332B60"/>
                </a:solidFill>
              </a:rPr>
              <a:t> </a:t>
            </a:r>
            <a:r>
              <a:rPr lang="en-US" altLang="en-US" err="1">
                <a:solidFill>
                  <a:srgbClr val="332B60"/>
                </a:solidFill>
              </a:rPr>
              <a:t>eu</a:t>
            </a:r>
            <a:r>
              <a:rPr lang="et-EE" altLang="en-US">
                <a:solidFill>
                  <a:srgbClr val="332B60"/>
                </a:solidFill>
              </a:rPr>
              <a:t>.</a:t>
            </a:r>
          </a:p>
          <a:p>
            <a:pPr lvl="5">
              <a:buClr>
                <a:srgbClr val="E4067E"/>
              </a:buClr>
              <a:buFont typeface="Wingdings" panose="05000000000000000000" pitchFamily="2" charset="2"/>
              <a:buChar char="§"/>
            </a:pPr>
            <a:r>
              <a:rPr lang="en-US" altLang="en-US" err="1">
                <a:solidFill>
                  <a:srgbClr val="332B60"/>
                </a:solidFill>
              </a:rPr>
              <a:t>Phasellus</a:t>
            </a:r>
            <a:r>
              <a:rPr lang="en-US" altLang="en-US">
                <a:solidFill>
                  <a:srgbClr val="332B60"/>
                </a:solidFill>
              </a:rPr>
              <a:t> vel </a:t>
            </a:r>
            <a:r>
              <a:rPr lang="en-US" altLang="en-US" err="1">
                <a:solidFill>
                  <a:srgbClr val="332B60"/>
                </a:solidFill>
              </a:rPr>
              <a:t>lectus</a:t>
            </a:r>
            <a:r>
              <a:rPr lang="en-US" altLang="en-US">
                <a:solidFill>
                  <a:srgbClr val="332B60"/>
                </a:solidFill>
              </a:rPr>
              <a:t> at </a:t>
            </a:r>
            <a:r>
              <a:rPr lang="en-US" altLang="en-US" err="1">
                <a:solidFill>
                  <a:srgbClr val="332B60"/>
                </a:solidFill>
              </a:rPr>
              <a:t>orci</a:t>
            </a:r>
            <a:r>
              <a:rPr lang="en-US" altLang="en-US">
                <a:solidFill>
                  <a:srgbClr val="332B60"/>
                </a:solidFill>
              </a:rPr>
              <a:t> </a:t>
            </a:r>
            <a:r>
              <a:rPr lang="en-US" altLang="en-US" err="1">
                <a:solidFill>
                  <a:srgbClr val="332B60"/>
                </a:solidFill>
              </a:rPr>
              <a:t>ornare</a:t>
            </a:r>
            <a:r>
              <a:rPr lang="en-US" altLang="en-US">
                <a:solidFill>
                  <a:srgbClr val="332B60"/>
                </a:solidFill>
              </a:rPr>
              <a:t> </a:t>
            </a:r>
            <a:r>
              <a:rPr lang="en-US" altLang="en-US" err="1">
                <a:solidFill>
                  <a:srgbClr val="332B60"/>
                </a:solidFill>
              </a:rPr>
              <a:t>ultrices</a:t>
            </a:r>
            <a:r>
              <a:rPr lang="en-US" altLang="en-US">
                <a:solidFill>
                  <a:srgbClr val="332B60"/>
                </a:solidFill>
              </a:rPr>
              <a:t>. Viva </a:t>
            </a:r>
            <a:r>
              <a:rPr lang="en-US" altLang="en-US" err="1">
                <a:solidFill>
                  <a:srgbClr val="332B60"/>
                </a:solidFill>
              </a:rPr>
              <a:t>etmus</a:t>
            </a:r>
            <a:r>
              <a:rPr lang="en-US" altLang="en-US">
                <a:solidFill>
                  <a:srgbClr val="332B60"/>
                </a:solidFill>
              </a:rPr>
              <a:t> </a:t>
            </a:r>
            <a:r>
              <a:rPr lang="en-US" altLang="en-US" err="1">
                <a:solidFill>
                  <a:srgbClr val="332B60"/>
                </a:solidFill>
              </a:rPr>
              <a:t>justo</a:t>
            </a:r>
            <a:r>
              <a:rPr lang="en-US" altLang="en-US">
                <a:solidFill>
                  <a:srgbClr val="332B60"/>
                </a:solidFill>
              </a:rPr>
              <a:t> </a:t>
            </a:r>
            <a:r>
              <a:rPr lang="en-US" altLang="en-US" err="1">
                <a:solidFill>
                  <a:srgbClr val="332B60"/>
                </a:solidFill>
              </a:rPr>
              <a:t>est</a:t>
            </a:r>
            <a:r>
              <a:rPr lang="en-US" altLang="en-US">
                <a:solidFill>
                  <a:srgbClr val="332B60"/>
                </a:solidFill>
              </a:rPr>
              <a:t>, </a:t>
            </a:r>
            <a:r>
              <a:rPr lang="en-US" altLang="en-US" err="1">
                <a:solidFill>
                  <a:srgbClr val="332B60"/>
                </a:solidFill>
              </a:rPr>
              <a:t>vulputate</a:t>
            </a:r>
            <a:r>
              <a:rPr lang="en-US" altLang="en-US">
                <a:solidFill>
                  <a:srgbClr val="332B60"/>
                </a:solidFill>
              </a:rPr>
              <a:t> </a:t>
            </a:r>
            <a:r>
              <a:rPr lang="en-US" altLang="en-US" err="1">
                <a:solidFill>
                  <a:srgbClr val="332B60"/>
                </a:solidFill>
              </a:rPr>
              <a:t>eu</a:t>
            </a:r>
            <a:r>
              <a:rPr lang="et-EE" altLang="en-US">
                <a:solidFill>
                  <a:srgbClr val="332B60"/>
                </a:solidFill>
              </a:rPr>
              <a:t>.</a:t>
            </a:r>
            <a:endParaRPr lang="en-US" altLang="en-US">
              <a:solidFill>
                <a:srgbClr val="332B60"/>
              </a:solidFill>
            </a:endParaRPr>
          </a:p>
        </p:txBody>
      </p:sp>
      <p:pic>
        <p:nvPicPr>
          <p:cNvPr id="10" name="Pilt 9">
            <a:extLst>
              <a:ext uri="{FF2B5EF4-FFF2-40B4-BE49-F238E27FC236}">
                <a16:creationId xmlns:a16="http://schemas.microsoft.com/office/drawing/2014/main" id="{7EDB3299-5C99-4B36-A0AB-229F75F6A0A6}"/>
              </a:ext>
            </a:extLst>
          </p:cNvPr>
          <p:cNvPicPr>
            <a:picLocks noChangeAspect="1"/>
          </p:cNvPicPr>
          <p:nvPr userDrawn="1"/>
        </p:nvPicPr>
        <p:blipFill rotWithShape="1">
          <a:blip r:embed="rId17"/>
          <a:srcRect r="61689"/>
          <a:stretch/>
        </p:blipFill>
        <p:spPr>
          <a:xfrm>
            <a:off x="479426" y="5768975"/>
            <a:ext cx="1144276" cy="585168"/>
          </a:xfrm>
          <a:prstGeom prst="rect">
            <a:avLst/>
          </a:prstGeom>
        </p:spPr>
      </p:pic>
    </p:spTree>
  </p:cSld>
  <p:clrMap bg1="lt1" tx1="dk1" bg2="lt2" tx2="dk2" accent1="accent1" accent2="accent2" accent3="accent3" accent4="accent4" accent5="accent5" accent6="accent6" hlink="hlink" folHlink="folHlink"/>
  <p:sldLayoutIdLst>
    <p:sldLayoutId id="2147483918" r:id="rId1"/>
    <p:sldLayoutId id="2147483909" r:id="rId2"/>
    <p:sldLayoutId id="2147483922"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9" r:id="rId12"/>
    <p:sldLayoutId id="2147483923" r:id="rId13"/>
    <p:sldLayoutId id="2147483924" r:id="rId14"/>
    <p:sldLayoutId id="2147483920" r:id="rId15"/>
  </p:sldLayoutIdLst>
  <p:hf hdr="0"/>
  <p:txStyles>
    <p:titleStyle>
      <a:lvl1pPr algn="l" rtl="0" eaLnBrk="1" fontAlgn="base" hangingPunct="1">
        <a:lnSpc>
          <a:spcPct val="100000"/>
        </a:lnSpc>
        <a:spcBef>
          <a:spcPct val="0"/>
        </a:spcBef>
        <a:spcAft>
          <a:spcPct val="0"/>
        </a:spcAft>
        <a:defRPr sz="2200" b="1" kern="1200" cap="all" baseline="0">
          <a:solidFill>
            <a:schemeClr val="tx2"/>
          </a:solidFill>
          <a:latin typeface="+mn-lt"/>
          <a:ea typeface="+mj-ea"/>
          <a:cs typeface="+mj-cs"/>
        </a:defRPr>
      </a:lvl1pPr>
      <a:lvl2pPr algn="l" rtl="0" eaLnBrk="1" fontAlgn="base" hangingPunct="1">
        <a:lnSpc>
          <a:spcPct val="90000"/>
        </a:lnSpc>
        <a:spcBef>
          <a:spcPct val="0"/>
        </a:spcBef>
        <a:spcAft>
          <a:spcPct val="0"/>
        </a:spcAft>
        <a:defRPr sz="4400">
          <a:solidFill>
            <a:schemeClr val="tx1"/>
          </a:solidFill>
          <a:latin typeface="Verdana" charset="0"/>
        </a:defRPr>
      </a:lvl2pPr>
      <a:lvl3pPr algn="l" rtl="0" eaLnBrk="1" fontAlgn="base" hangingPunct="1">
        <a:lnSpc>
          <a:spcPct val="90000"/>
        </a:lnSpc>
        <a:spcBef>
          <a:spcPct val="0"/>
        </a:spcBef>
        <a:spcAft>
          <a:spcPct val="0"/>
        </a:spcAft>
        <a:defRPr sz="4400">
          <a:solidFill>
            <a:schemeClr val="tx1"/>
          </a:solidFill>
          <a:latin typeface="Verdana" charset="0"/>
        </a:defRPr>
      </a:lvl3pPr>
      <a:lvl4pPr algn="l" rtl="0" eaLnBrk="1" fontAlgn="base" hangingPunct="1">
        <a:lnSpc>
          <a:spcPct val="90000"/>
        </a:lnSpc>
        <a:spcBef>
          <a:spcPct val="0"/>
        </a:spcBef>
        <a:spcAft>
          <a:spcPct val="0"/>
        </a:spcAft>
        <a:defRPr sz="4400">
          <a:solidFill>
            <a:schemeClr val="tx1"/>
          </a:solidFill>
          <a:latin typeface="Verdana" charset="0"/>
        </a:defRPr>
      </a:lvl4pPr>
      <a:lvl5pPr algn="l" rtl="0" eaLnBrk="1" fontAlgn="base" hangingPunct="1">
        <a:lnSpc>
          <a:spcPct val="90000"/>
        </a:lnSpc>
        <a:spcBef>
          <a:spcPct val="0"/>
        </a:spcBef>
        <a:spcAft>
          <a:spcPct val="0"/>
        </a:spcAft>
        <a:defRPr sz="4400">
          <a:solidFill>
            <a:schemeClr val="tx1"/>
          </a:solidFill>
          <a:latin typeface="Verdana" charset="0"/>
        </a:defRPr>
      </a:lvl5pPr>
      <a:lvl6pPr marL="457200" algn="l" rtl="0" eaLnBrk="1" fontAlgn="base" hangingPunct="1">
        <a:lnSpc>
          <a:spcPct val="90000"/>
        </a:lnSpc>
        <a:spcBef>
          <a:spcPct val="0"/>
        </a:spcBef>
        <a:spcAft>
          <a:spcPct val="0"/>
        </a:spcAft>
        <a:defRPr sz="4400">
          <a:solidFill>
            <a:schemeClr val="tx1"/>
          </a:solidFill>
          <a:latin typeface="Calibri Light" charset="0"/>
        </a:defRPr>
      </a:lvl6pPr>
      <a:lvl7pPr marL="914400" algn="l" rtl="0" eaLnBrk="1" fontAlgn="base" hangingPunct="1">
        <a:lnSpc>
          <a:spcPct val="90000"/>
        </a:lnSpc>
        <a:spcBef>
          <a:spcPct val="0"/>
        </a:spcBef>
        <a:spcAft>
          <a:spcPct val="0"/>
        </a:spcAft>
        <a:defRPr sz="4400">
          <a:solidFill>
            <a:schemeClr val="tx1"/>
          </a:solidFill>
          <a:latin typeface="Calibri Light" charset="0"/>
        </a:defRPr>
      </a:lvl7pPr>
      <a:lvl8pPr marL="1371600" algn="l" rtl="0" eaLnBrk="1" fontAlgn="base" hangingPunct="1">
        <a:lnSpc>
          <a:spcPct val="90000"/>
        </a:lnSpc>
        <a:spcBef>
          <a:spcPct val="0"/>
        </a:spcBef>
        <a:spcAft>
          <a:spcPct val="0"/>
        </a:spcAft>
        <a:defRPr sz="4400">
          <a:solidFill>
            <a:schemeClr val="tx1"/>
          </a:solidFill>
          <a:latin typeface="Calibri Light" charset="0"/>
        </a:defRPr>
      </a:lvl8pPr>
      <a:lvl9pPr marL="1828800" algn="l" rtl="0" eaLnBrk="1" fontAlgn="base" hangingPunct="1">
        <a:lnSpc>
          <a:spcPct val="90000"/>
        </a:lnSpc>
        <a:spcBef>
          <a:spcPct val="0"/>
        </a:spcBef>
        <a:spcAft>
          <a:spcPct val="0"/>
        </a:spcAft>
        <a:defRPr sz="4400">
          <a:solidFill>
            <a:schemeClr val="tx1"/>
          </a:solidFill>
          <a:latin typeface="Calibri Light" charset="0"/>
        </a:defRPr>
      </a:lvl9pPr>
    </p:titleStyle>
    <p:bodyStyle>
      <a:lvl1pPr marL="265113" indent="-265113" algn="l" rtl="0" eaLnBrk="1" fontAlgn="base" hangingPunct="1">
        <a:lnSpc>
          <a:spcPct val="100000"/>
        </a:lnSpc>
        <a:spcBef>
          <a:spcPts val="500"/>
        </a:spcBef>
        <a:spcAft>
          <a:spcPct val="0"/>
        </a:spcAft>
        <a:buFont typeface="Wingdings" panose="05000000000000000000" pitchFamily="2" charset="2"/>
        <a:buChar char="§"/>
        <a:defRPr sz="2800" kern="1200">
          <a:solidFill>
            <a:schemeClr val="tx1"/>
          </a:solidFill>
          <a:latin typeface="+mn-lt"/>
          <a:ea typeface="+mn-ea"/>
          <a:cs typeface="+mn-cs"/>
        </a:defRPr>
      </a:lvl1pPr>
      <a:lvl2pPr marL="265113" indent="-265113" algn="l" rtl="0" eaLnBrk="1" fontAlgn="base" hangingPunct="1">
        <a:lnSpc>
          <a:spcPct val="100000"/>
        </a:lnSpc>
        <a:spcBef>
          <a:spcPts val="500"/>
        </a:spcBef>
        <a:spcAft>
          <a:spcPct val="0"/>
        </a:spcAft>
        <a:buFont typeface="Wingdings" panose="05000000000000000000" pitchFamily="2" charset="2"/>
        <a:buChar char="§"/>
        <a:defRPr sz="2400" kern="1200">
          <a:solidFill>
            <a:schemeClr val="tx1"/>
          </a:solidFill>
          <a:latin typeface="+mn-lt"/>
          <a:ea typeface="+mn-ea"/>
          <a:cs typeface="+mn-cs"/>
        </a:defRPr>
      </a:lvl2pPr>
      <a:lvl3pPr marL="265113" indent="-265113" algn="l" rtl="0" eaLnBrk="1" fontAlgn="base" hangingPunct="1">
        <a:lnSpc>
          <a:spcPct val="100000"/>
        </a:lnSpc>
        <a:spcBef>
          <a:spcPts val="500"/>
        </a:spcBef>
        <a:spcAft>
          <a:spcPct val="0"/>
        </a:spcAft>
        <a:buFont typeface="Wingdings" panose="05000000000000000000" pitchFamily="2" charset="2"/>
        <a:buChar char="§"/>
        <a:defRPr sz="2000" kern="1200">
          <a:solidFill>
            <a:schemeClr val="tx1"/>
          </a:solidFill>
          <a:latin typeface="+mn-lt"/>
          <a:ea typeface="+mn-ea"/>
          <a:cs typeface="+mn-cs"/>
        </a:defRPr>
      </a:lvl3pPr>
      <a:lvl4pPr marL="265113" indent="-265113" algn="l" rtl="0" eaLnBrk="1" fontAlgn="base" hangingPunct="1">
        <a:lnSpc>
          <a:spcPct val="100000"/>
        </a:lnSpc>
        <a:spcBef>
          <a:spcPts val="500"/>
        </a:spcBef>
        <a:spcAft>
          <a:spcPct val="0"/>
        </a:spcAft>
        <a:buFont typeface="Wingdings" panose="05000000000000000000" pitchFamily="2" charset="2"/>
        <a:buChar char="§"/>
        <a:defRPr kern="1200">
          <a:solidFill>
            <a:schemeClr val="tx1"/>
          </a:solidFill>
          <a:latin typeface="+mn-lt"/>
          <a:ea typeface="+mn-ea"/>
          <a:cs typeface="+mn-cs"/>
        </a:defRPr>
      </a:lvl4pPr>
      <a:lvl5pPr marL="265113" indent="-265113" algn="l" rtl="0" eaLnBrk="1" fontAlgn="base" hangingPunct="1">
        <a:lnSpc>
          <a:spcPct val="100000"/>
        </a:lnSpc>
        <a:spcBef>
          <a:spcPts val="500"/>
        </a:spcBef>
        <a:spcAft>
          <a:spcPct val="0"/>
        </a:spcAft>
        <a:buFont typeface="Wingdings" panose="05000000000000000000" pitchFamily="2" charset="2"/>
        <a:buChar char="§"/>
        <a:defRPr kern="1200">
          <a:solidFill>
            <a:schemeClr val="tx1"/>
          </a:solidFill>
          <a:latin typeface="+mn-lt"/>
          <a:ea typeface="+mn-ea"/>
          <a:cs typeface="+mn-cs"/>
        </a:defRPr>
      </a:lvl5pPr>
      <a:lvl6pPr marL="265113" indent="-265113" algn="l" defTabSz="914400" rtl="0" eaLnBrk="1" latinLnBrk="0" hangingPunct="1">
        <a:lnSpc>
          <a:spcPct val="100000"/>
        </a:lnSpc>
        <a:spcBef>
          <a:spcPts val="500"/>
        </a:spcBef>
        <a:buFont typeface="Wingdings" panose="05000000000000000000" pitchFamily="2" charset="2"/>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34" userDrawn="1">
          <p15:clr>
            <a:srgbClr val="F26B43"/>
          </p15:clr>
        </p15:guide>
        <p15:guide id="2" pos="302" userDrawn="1">
          <p15:clr>
            <a:srgbClr val="F26B43"/>
          </p15:clr>
        </p15:guide>
        <p15:guide id="3" pos="1368" userDrawn="1">
          <p15:clr>
            <a:srgbClr val="F26B43"/>
          </p15:clr>
        </p15:guide>
        <p15:guide id="4" orient="horz" pos="3997" userDrawn="1">
          <p15:clr>
            <a:srgbClr val="F26B43"/>
          </p15:clr>
        </p15:guide>
        <p15:guide id="5" orient="horz" pos="1026" userDrawn="1">
          <p15:clr>
            <a:srgbClr val="F26B43"/>
          </p15:clr>
        </p15:guide>
        <p15:guide id="6" orient="horz" pos="346" userDrawn="1">
          <p15:clr>
            <a:srgbClr val="F26B43"/>
          </p15:clr>
        </p15:guide>
        <p15:guide id="7" orient="horz" pos="347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t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20FCC74-8FD0-4E4B-B372-144CA9E3F311}"/>
              </a:ext>
            </a:extLst>
          </p:cNvPr>
          <p:cNvSpPr txBox="1">
            <a:spLocks/>
          </p:cNvSpPr>
          <p:nvPr/>
        </p:nvSpPr>
        <p:spPr>
          <a:xfrm>
            <a:off x="1703540" y="3384135"/>
            <a:ext cx="10070926" cy="473881"/>
          </a:xfrm>
          <a:prstGeom prst="rect">
            <a:avLst/>
          </a:prstGeom>
        </p:spPr>
        <p:txBody>
          <a:bodyPr vert="horz" lIns="0" tIns="0" rIns="0" bIns="0" rtlCol="0" anchor="b" anchorCtr="0">
            <a:normAutofit fontScale="85000" lnSpcReduction="10000"/>
          </a:bodyPr>
          <a:lstStyle>
            <a:lvl1pPr algn="ctr" defTabSz="609585" rtl="0" eaLnBrk="1" latinLnBrk="0" hangingPunct="1">
              <a:lnSpc>
                <a:spcPct val="90000"/>
              </a:lnSpc>
              <a:spcBef>
                <a:spcPct val="0"/>
              </a:spcBef>
              <a:buNone/>
              <a:defRPr sz="3067" b="1" kern="1200" cap="all" spc="-67" baseline="0">
                <a:solidFill>
                  <a:schemeClr val="bg1"/>
                </a:solidFill>
                <a:latin typeface="Calibri" panose="020F0502020204030204" pitchFamily="34" charset="0"/>
                <a:ea typeface="+mj-ea"/>
                <a:cs typeface="Calibri" panose="020F0502020204030204" pitchFamily="34" charset="0"/>
              </a:defRPr>
            </a:lvl1pPr>
          </a:lstStyle>
          <a:p>
            <a:pPr algn="l">
              <a:lnSpc>
                <a:spcPct val="107000"/>
              </a:lnSpc>
              <a:spcAft>
                <a:spcPts val="800"/>
              </a:spcAft>
            </a:pPr>
            <a:r>
              <a:rPr lang="en-GB" sz="2800" b="1"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EKX9030: Advanced characterization techniques Report </a:t>
            </a:r>
            <a:endParaRPr lang="en-GB" sz="28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9" name="Text Placeholder 2">
            <a:extLst>
              <a:ext uri="{FF2B5EF4-FFF2-40B4-BE49-F238E27FC236}">
                <a16:creationId xmlns:a16="http://schemas.microsoft.com/office/drawing/2014/main" id="{0EC82FBD-C470-4B2C-B031-C9AEF5F2AAA3}"/>
              </a:ext>
            </a:extLst>
          </p:cNvPr>
          <p:cNvSpPr txBox="1">
            <a:spLocks/>
          </p:cNvSpPr>
          <p:nvPr/>
        </p:nvSpPr>
        <p:spPr>
          <a:xfrm>
            <a:off x="61342" y="6209995"/>
            <a:ext cx="5199590" cy="556432"/>
          </a:xfrm>
          <a:prstGeom prst="rect">
            <a:avLst/>
          </a:prstGeom>
        </p:spPr>
        <p:txBody>
          <a:bodyPr vert="horz" lIns="0" tIns="0" rIns="0" bIns="0" rtlCol="0" anchor="t">
            <a:normAutofit lnSpcReduction="10000"/>
          </a:bodyPr>
          <a:lstStyle>
            <a:lvl1pPr marL="0" indent="0" algn="ctr" defTabSz="609585" rtl="0" eaLnBrk="1" latinLnBrk="0" hangingPunct="1">
              <a:spcBef>
                <a:spcPct val="20000"/>
              </a:spcBef>
              <a:buClr>
                <a:schemeClr val="accent1"/>
              </a:buClr>
              <a:buFont typeface="Wingdings" panose="05000000000000000000" pitchFamily="2" charset="2"/>
              <a:buNone/>
              <a:defRPr sz="1600" b="1" kern="1200" spc="-67" baseline="0">
                <a:solidFill>
                  <a:schemeClr val="bg1"/>
                </a:solidFill>
                <a:latin typeface="Calibri" panose="020F0502020204030204" pitchFamily="34" charset="0"/>
                <a:ea typeface="+mn-ea"/>
                <a:cs typeface="Calibri" panose="020F0502020204030204" pitchFamily="34" charset="0"/>
              </a:defRPr>
            </a:lvl1pPr>
            <a:lvl2pPr marL="536575" indent="-268288" algn="l" defTabSz="609585" rtl="0" eaLnBrk="1" latinLnBrk="0" hangingPunct="1">
              <a:spcBef>
                <a:spcPct val="20000"/>
              </a:spcBef>
              <a:buClr>
                <a:schemeClr val="accent1"/>
              </a:buClr>
              <a:buFont typeface="Arial" panose="020B0604020202020204" pitchFamily="34" charset="0"/>
              <a:buChar char="•"/>
              <a:defRPr sz="1400" kern="1200" spc="-67">
                <a:solidFill>
                  <a:schemeClr val="tx1"/>
                </a:solidFill>
                <a:latin typeface="Calibri" panose="020F0502020204030204" pitchFamily="34" charset="0"/>
                <a:ea typeface="+mn-ea"/>
                <a:cs typeface="Calibri" panose="020F0502020204030204" pitchFamily="34" charset="0"/>
              </a:defRPr>
            </a:lvl2pPr>
            <a:lvl3pPr marL="804863" indent="-268288" algn="l" defTabSz="609585" rtl="0" eaLnBrk="1" latinLnBrk="0" hangingPunct="1">
              <a:spcBef>
                <a:spcPct val="20000"/>
              </a:spcBef>
              <a:buClr>
                <a:schemeClr val="accent1"/>
              </a:buClr>
              <a:buFont typeface="Arial" panose="020B0604020202020204" pitchFamily="34" charset="0"/>
              <a:buChar char="−"/>
              <a:defRPr sz="1200" kern="1200" spc="-67">
                <a:solidFill>
                  <a:schemeClr val="tx1"/>
                </a:solidFill>
                <a:latin typeface="Calibri" panose="020F0502020204030204" pitchFamily="34" charset="0"/>
                <a:ea typeface="+mn-ea"/>
                <a:cs typeface="Calibri" panose="020F0502020204030204" pitchFamily="34" charset="0"/>
              </a:defRPr>
            </a:lvl3pPr>
            <a:lvl4pPr marL="1079500" indent="-274638" algn="l" defTabSz="609585" rtl="0" eaLnBrk="1" latinLnBrk="0" hangingPunct="1">
              <a:spcBef>
                <a:spcPct val="20000"/>
              </a:spcBef>
              <a:buClr>
                <a:schemeClr val="accent1"/>
              </a:buClr>
              <a:buFont typeface="Arial" panose="020B0604020202020204" pitchFamily="34" charset="0"/>
              <a:buChar char="−"/>
              <a:defRPr sz="1200" kern="1200" spc="-67">
                <a:solidFill>
                  <a:schemeClr val="tx1"/>
                </a:solidFill>
                <a:latin typeface="Calibri" panose="020F0502020204030204" pitchFamily="34" charset="0"/>
                <a:ea typeface="+mn-ea"/>
                <a:cs typeface="Calibri" panose="020F0502020204030204" pitchFamily="34" charset="0"/>
              </a:defRPr>
            </a:lvl4pPr>
            <a:lvl5pPr marL="1347788" indent="-268288" algn="l" defTabSz="609585" rtl="0" eaLnBrk="1" latinLnBrk="0" hangingPunct="1">
              <a:spcBef>
                <a:spcPct val="20000"/>
              </a:spcBef>
              <a:buClr>
                <a:schemeClr val="accent1"/>
              </a:buClr>
              <a:buFont typeface="Arial" panose="020B0604020202020204" pitchFamily="34" charset="0"/>
              <a:buChar char="−"/>
              <a:defRPr sz="1200" kern="1200" spc="-67">
                <a:solidFill>
                  <a:schemeClr val="tx1"/>
                </a:solidFill>
                <a:latin typeface="Calibri" panose="020F0502020204030204" pitchFamily="34" charset="0"/>
                <a:ea typeface="+mn-ea"/>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l" fontAlgn="auto">
              <a:lnSpc>
                <a:spcPct val="150000"/>
              </a:lnSpc>
              <a:spcAft>
                <a:spcPts val="0"/>
              </a:spcAft>
              <a:buClr>
                <a:srgbClr val="117D3F"/>
              </a:buClr>
              <a:defRPr/>
            </a:pPr>
            <a:r>
              <a:rPr kumimoji="0" lang="en-GB" sz="1200" b="1" i="0" u="none" strike="noStrike" kern="1200" cap="none" spc="-67" normalizeH="0" baseline="0" noProof="0" dirty="0">
                <a:ln>
                  <a:noFill/>
                </a:ln>
                <a:solidFill>
                  <a:schemeClr val="tx1"/>
                </a:solidFill>
                <a:effectLst/>
                <a:uLnTx/>
                <a:uFillTx/>
                <a:latin typeface="Gill Sans MT" panose="020B0502020104020203" pitchFamily="34" charset="0"/>
                <a:cs typeface="Calibri"/>
              </a:rPr>
              <a:t>LABORATORY OF INORGANIC MATERIALS,</a:t>
            </a:r>
          </a:p>
          <a:p>
            <a:pPr algn="l" fontAlgn="auto">
              <a:lnSpc>
                <a:spcPct val="150000"/>
              </a:lnSpc>
              <a:spcAft>
                <a:spcPts val="0"/>
              </a:spcAft>
              <a:buClr>
                <a:srgbClr val="117D3F"/>
              </a:buClr>
              <a:defRPr/>
            </a:pPr>
            <a:r>
              <a:rPr kumimoji="0" lang="en-GB" sz="1200" b="1" i="0" u="none" strike="noStrike" kern="1200" cap="none" spc="-67" normalizeH="0" baseline="0" noProof="0" dirty="0">
                <a:ln>
                  <a:noFill/>
                </a:ln>
                <a:solidFill>
                  <a:schemeClr val="tx1"/>
                </a:solidFill>
                <a:effectLst/>
                <a:uLnTx/>
                <a:uFillTx/>
                <a:latin typeface="Gill Sans MT" panose="020B0502020104020203" pitchFamily="34" charset="0"/>
                <a:cs typeface="Calibri"/>
              </a:rPr>
              <a:t>DEPARTMENT OF MATERIALS AND ENVIRONMENTAL TECHNOLOGY</a:t>
            </a:r>
          </a:p>
          <a:p>
            <a:pPr algn="l" fontAlgn="auto">
              <a:spcAft>
                <a:spcPts val="0"/>
              </a:spcAft>
              <a:buClr>
                <a:srgbClr val="117D3F"/>
              </a:buClr>
              <a:defRPr/>
            </a:pPr>
            <a:endParaRPr lang="en-gb" sz="800" dirty="0">
              <a:solidFill>
                <a:schemeClr val="tx1"/>
              </a:solidFill>
              <a:latin typeface="Gill Sans MT" panose="020B0502020104020203" pitchFamily="34" charset="0"/>
            </a:endParaRPr>
          </a:p>
        </p:txBody>
      </p:sp>
      <p:sp>
        <p:nvSpPr>
          <p:cNvPr id="4" name="Text Placeholder 2">
            <a:extLst>
              <a:ext uri="{FF2B5EF4-FFF2-40B4-BE49-F238E27FC236}">
                <a16:creationId xmlns:a16="http://schemas.microsoft.com/office/drawing/2014/main" id="{8E680D8B-6173-4C86-8967-9A01A3A91DD8}"/>
              </a:ext>
            </a:extLst>
          </p:cNvPr>
          <p:cNvSpPr txBox="1">
            <a:spLocks/>
          </p:cNvSpPr>
          <p:nvPr/>
        </p:nvSpPr>
        <p:spPr>
          <a:xfrm>
            <a:off x="4291904" y="4387341"/>
            <a:ext cx="3823396" cy="305310"/>
          </a:xfrm>
          <a:prstGeom prst="rect">
            <a:avLst/>
          </a:prstGeom>
        </p:spPr>
        <p:txBody>
          <a:bodyPr vert="horz" lIns="0" tIns="0" rIns="0" bIns="0" rtlCol="0" anchor="t">
            <a:normAutofit/>
          </a:bodyPr>
          <a:lstStyle>
            <a:lvl1pPr marL="0" indent="0" algn="ctr" defTabSz="609585" rtl="0" eaLnBrk="1" latinLnBrk="0" hangingPunct="1">
              <a:spcBef>
                <a:spcPct val="20000"/>
              </a:spcBef>
              <a:buClr>
                <a:schemeClr val="accent1"/>
              </a:buClr>
              <a:buFont typeface="Wingdings" panose="05000000000000000000" pitchFamily="2" charset="2"/>
              <a:buNone/>
              <a:defRPr sz="1600" b="1" kern="1200" spc="-67" baseline="0">
                <a:solidFill>
                  <a:schemeClr val="bg1"/>
                </a:solidFill>
                <a:latin typeface="Calibri" panose="020F0502020204030204" pitchFamily="34" charset="0"/>
                <a:ea typeface="+mn-ea"/>
                <a:cs typeface="Calibri" panose="020F0502020204030204" pitchFamily="34" charset="0"/>
              </a:defRPr>
            </a:lvl1pPr>
            <a:lvl2pPr marL="536575" indent="-268288" algn="l" defTabSz="609585" rtl="0" eaLnBrk="1" latinLnBrk="0" hangingPunct="1">
              <a:spcBef>
                <a:spcPct val="20000"/>
              </a:spcBef>
              <a:buClr>
                <a:schemeClr val="accent1"/>
              </a:buClr>
              <a:buFont typeface="Arial" panose="020B0604020202020204" pitchFamily="34" charset="0"/>
              <a:buChar char="•"/>
              <a:defRPr sz="1400" kern="1200" spc="-67">
                <a:solidFill>
                  <a:schemeClr val="tx1"/>
                </a:solidFill>
                <a:latin typeface="Calibri" panose="020F0502020204030204" pitchFamily="34" charset="0"/>
                <a:ea typeface="+mn-ea"/>
                <a:cs typeface="Calibri" panose="020F0502020204030204" pitchFamily="34" charset="0"/>
              </a:defRPr>
            </a:lvl2pPr>
            <a:lvl3pPr marL="804863" indent="-268288" algn="l" defTabSz="609585" rtl="0" eaLnBrk="1" latinLnBrk="0" hangingPunct="1">
              <a:spcBef>
                <a:spcPct val="20000"/>
              </a:spcBef>
              <a:buClr>
                <a:schemeClr val="accent1"/>
              </a:buClr>
              <a:buFont typeface="Arial" panose="020B0604020202020204" pitchFamily="34" charset="0"/>
              <a:buChar char="−"/>
              <a:defRPr sz="1200" kern="1200" spc="-67">
                <a:solidFill>
                  <a:schemeClr val="tx1"/>
                </a:solidFill>
                <a:latin typeface="Calibri" panose="020F0502020204030204" pitchFamily="34" charset="0"/>
                <a:ea typeface="+mn-ea"/>
                <a:cs typeface="Calibri" panose="020F0502020204030204" pitchFamily="34" charset="0"/>
              </a:defRPr>
            </a:lvl3pPr>
            <a:lvl4pPr marL="1079500" indent="-274638" algn="l" defTabSz="609585" rtl="0" eaLnBrk="1" latinLnBrk="0" hangingPunct="1">
              <a:spcBef>
                <a:spcPct val="20000"/>
              </a:spcBef>
              <a:buClr>
                <a:schemeClr val="accent1"/>
              </a:buClr>
              <a:buFont typeface="Arial" panose="020B0604020202020204" pitchFamily="34" charset="0"/>
              <a:buChar char="−"/>
              <a:defRPr sz="1200" kern="1200" spc="-67">
                <a:solidFill>
                  <a:schemeClr val="tx1"/>
                </a:solidFill>
                <a:latin typeface="Calibri" panose="020F0502020204030204" pitchFamily="34" charset="0"/>
                <a:ea typeface="+mn-ea"/>
                <a:cs typeface="Calibri" panose="020F0502020204030204" pitchFamily="34" charset="0"/>
              </a:defRPr>
            </a:lvl4pPr>
            <a:lvl5pPr marL="1347788" indent="-268288" algn="l" defTabSz="609585" rtl="0" eaLnBrk="1" latinLnBrk="0" hangingPunct="1">
              <a:spcBef>
                <a:spcPct val="20000"/>
              </a:spcBef>
              <a:buClr>
                <a:schemeClr val="accent1"/>
              </a:buClr>
              <a:buFont typeface="Arial" panose="020B0604020202020204" pitchFamily="34" charset="0"/>
              <a:buChar char="−"/>
              <a:defRPr sz="1200" kern="1200" spc="-67">
                <a:solidFill>
                  <a:schemeClr val="tx1"/>
                </a:solidFill>
                <a:latin typeface="Calibri" panose="020F0502020204030204" pitchFamily="34" charset="0"/>
                <a:ea typeface="+mn-ea"/>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l" fontAlgn="auto">
              <a:spcAft>
                <a:spcPts val="0"/>
              </a:spcAft>
              <a:buClr>
                <a:srgbClr val="117D3F"/>
              </a:buClr>
              <a:defRPr/>
            </a:pPr>
            <a:r>
              <a:rPr lang="en-GB" sz="1400" dirty="0">
                <a:solidFill>
                  <a:schemeClr val="tx1"/>
                </a:solidFill>
                <a:latin typeface="Gill Sans MT" panose="020B0502020104020203" pitchFamily="34" charset="0"/>
                <a:cs typeface="Calibri"/>
              </a:rPr>
              <a:t>PRESENTER:  </a:t>
            </a:r>
            <a:r>
              <a:rPr kumimoji="0" lang="en-GB" sz="1400" b="1" i="0" u="none" strike="noStrike" kern="1200" cap="none" spc="-67" normalizeH="0" baseline="0" noProof="0" dirty="0">
                <a:ln>
                  <a:noFill/>
                </a:ln>
                <a:solidFill>
                  <a:schemeClr val="tx1"/>
                </a:solidFill>
                <a:effectLst/>
                <a:uLnTx/>
                <a:uFillTx/>
                <a:latin typeface="Gill Sans MT" panose="020B0502020104020203" pitchFamily="34" charset="0"/>
                <a:cs typeface="Calibri"/>
              </a:rPr>
              <a:t>ADEMOLA MICHAEL ADEGBILE</a:t>
            </a:r>
          </a:p>
        </p:txBody>
      </p:sp>
      <p:sp>
        <p:nvSpPr>
          <p:cNvPr id="7" name="Text Placeholder 2">
            <a:extLst>
              <a:ext uri="{FF2B5EF4-FFF2-40B4-BE49-F238E27FC236}">
                <a16:creationId xmlns:a16="http://schemas.microsoft.com/office/drawing/2014/main" id="{9551BAD6-48D3-499C-AECC-77C773F36EB6}"/>
              </a:ext>
            </a:extLst>
          </p:cNvPr>
          <p:cNvSpPr txBox="1">
            <a:spLocks/>
          </p:cNvSpPr>
          <p:nvPr/>
        </p:nvSpPr>
        <p:spPr>
          <a:xfrm>
            <a:off x="61342" y="5943148"/>
            <a:ext cx="3688500" cy="216047"/>
          </a:xfrm>
          <a:prstGeom prst="rect">
            <a:avLst/>
          </a:prstGeom>
        </p:spPr>
        <p:txBody>
          <a:bodyPr vert="horz" lIns="0" tIns="0" rIns="0" bIns="0" rtlCol="0" anchor="t">
            <a:normAutofit/>
          </a:bodyPr>
          <a:lstStyle>
            <a:lvl1pPr marL="0" indent="0" algn="ctr" defTabSz="609585" rtl="0" eaLnBrk="1" latinLnBrk="0" hangingPunct="1">
              <a:spcBef>
                <a:spcPct val="20000"/>
              </a:spcBef>
              <a:buClr>
                <a:schemeClr val="accent1"/>
              </a:buClr>
              <a:buFont typeface="Wingdings" panose="05000000000000000000" pitchFamily="2" charset="2"/>
              <a:buNone/>
              <a:defRPr sz="1600" b="1" kern="1200" spc="-67" baseline="0">
                <a:solidFill>
                  <a:schemeClr val="bg1"/>
                </a:solidFill>
                <a:latin typeface="Calibri" panose="020F0502020204030204" pitchFamily="34" charset="0"/>
                <a:ea typeface="+mn-ea"/>
                <a:cs typeface="Calibri" panose="020F0502020204030204" pitchFamily="34" charset="0"/>
              </a:defRPr>
            </a:lvl1pPr>
            <a:lvl2pPr marL="536575" indent="-268288" algn="l" defTabSz="609585" rtl="0" eaLnBrk="1" latinLnBrk="0" hangingPunct="1">
              <a:spcBef>
                <a:spcPct val="20000"/>
              </a:spcBef>
              <a:buClr>
                <a:schemeClr val="accent1"/>
              </a:buClr>
              <a:buFont typeface="Arial" panose="020B0604020202020204" pitchFamily="34" charset="0"/>
              <a:buChar char="•"/>
              <a:defRPr sz="1400" kern="1200" spc="-67">
                <a:solidFill>
                  <a:schemeClr val="tx1"/>
                </a:solidFill>
                <a:latin typeface="Calibri" panose="020F0502020204030204" pitchFamily="34" charset="0"/>
                <a:ea typeface="+mn-ea"/>
                <a:cs typeface="Calibri" panose="020F0502020204030204" pitchFamily="34" charset="0"/>
              </a:defRPr>
            </a:lvl2pPr>
            <a:lvl3pPr marL="804863" indent="-268288" algn="l" defTabSz="609585" rtl="0" eaLnBrk="1" latinLnBrk="0" hangingPunct="1">
              <a:spcBef>
                <a:spcPct val="20000"/>
              </a:spcBef>
              <a:buClr>
                <a:schemeClr val="accent1"/>
              </a:buClr>
              <a:buFont typeface="Arial" panose="020B0604020202020204" pitchFamily="34" charset="0"/>
              <a:buChar char="−"/>
              <a:defRPr sz="1200" kern="1200" spc="-67">
                <a:solidFill>
                  <a:schemeClr val="tx1"/>
                </a:solidFill>
                <a:latin typeface="Calibri" panose="020F0502020204030204" pitchFamily="34" charset="0"/>
                <a:ea typeface="+mn-ea"/>
                <a:cs typeface="Calibri" panose="020F0502020204030204" pitchFamily="34" charset="0"/>
              </a:defRPr>
            </a:lvl3pPr>
            <a:lvl4pPr marL="1079500" indent="-274638" algn="l" defTabSz="609585" rtl="0" eaLnBrk="1" latinLnBrk="0" hangingPunct="1">
              <a:spcBef>
                <a:spcPct val="20000"/>
              </a:spcBef>
              <a:buClr>
                <a:schemeClr val="accent1"/>
              </a:buClr>
              <a:buFont typeface="Arial" panose="020B0604020202020204" pitchFamily="34" charset="0"/>
              <a:buChar char="−"/>
              <a:defRPr sz="1200" kern="1200" spc="-67">
                <a:solidFill>
                  <a:schemeClr val="tx1"/>
                </a:solidFill>
                <a:latin typeface="Calibri" panose="020F0502020204030204" pitchFamily="34" charset="0"/>
                <a:ea typeface="+mn-ea"/>
                <a:cs typeface="Calibri" panose="020F0502020204030204" pitchFamily="34" charset="0"/>
              </a:defRPr>
            </a:lvl4pPr>
            <a:lvl5pPr marL="1347788" indent="-268288" algn="l" defTabSz="609585" rtl="0" eaLnBrk="1" latinLnBrk="0" hangingPunct="1">
              <a:spcBef>
                <a:spcPct val="20000"/>
              </a:spcBef>
              <a:buClr>
                <a:schemeClr val="accent1"/>
              </a:buClr>
              <a:buFont typeface="Arial" panose="020B0604020202020204" pitchFamily="34" charset="0"/>
              <a:buChar char="−"/>
              <a:defRPr sz="1200" kern="1200" spc="-67">
                <a:solidFill>
                  <a:schemeClr val="tx1"/>
                </a:solidFill>
                <a:latin typeface="Calibri" panose="020F0502020204030204" pitchFamily="34" charset="0"/>
                <a:ea typeface="+mn-ea"/>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l" fontAlgn="auto">
              <a:spcAft>
                <a:spcPts val="0"/>
              </a:spcAft>
              <a:buClr>
                <a:srgbClr val="117D3F"/>
              </a:buClr>
              <a:defRPr/>
            </a:pPr>
            <a:r>
              <a:rPr lang="en-GB" sz="1400" dirty="0">
                <a:solidFill>
                  <a:schemeClr val="tx1"/>
                </a:solidFill>
                <a:latin typeface="Gill Sans MT" panose="020B0502020104020203" pitchFamily="34" charset="0"/>
                <a:cs typeface="Calibri"/>
              </a:rPr>
              <a:t>DATE: 21.05.2025</a:t>
            </a:r>
            <a:endParaRPr lang="en-gb" sz="1400" dirty="0">
              <a:solidFill>
                <a:schemeClr val="tx1"/>
              </a:solidFill>
              <a:latin typeface="Gill Sans MT" panose="020B05020201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EB619BFB-66F4-4BDB-B6E9-294BBC6E7B6C}"/>
              </a:ext>
            </a:extLst>
          </p:cNvPr>
          <p:cNvSpPr txBox="1">
            <a:spLocks/>
          </p:cNvSpPr>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defPPr>
              <a:defRPr lang="en-US"/>
            </a:defPPr>
            <a:lvl1pPr marL="0" algn="ctr" defTabSz="457200" rtl="0" eaLnBrk="1" latinLnBrk="0" hangingPunct="1">
              <a:defRPr sz="1100" kern="1200" spc="0"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pPr>
            <a:fld id="{330EA680-D336-4FF7-8B7A-9848BB0A1C32}" type="slidenum">
              <a:rPr lang="en-US" smtClean="0">
                <a:latin typeface="Gill Sans MT" panose="020B0502020104020203"/>
              </a:rPr>
              <a:pPr fontAlgn="auto">
                <a:spcBef>
                  <a:spcPts val="0"/>
                </a:spcBef>
                <a:spcAft>
                  <a:spcPts val="0"/>
                </a:spcAft>
              </a:pPr>
              <a:t>2</a:t>
            </a:fld>
            <a:endParaRPr lang="en-US">
              <a:latin typeface="Gill Sans MT" panose="020B0502020104020203"/>
            </a:endParaRPr>
          </a:p>
        </p:txBody>
      </p:sp>
      <p:sp>
        <p:nvSpPr>
          <p:cNvPr id="13" name="Title 1">
            <a:extLst>
              <a:ext uri="{FF2B5EF4-FFF2-40B4-BE49-F238E27FC236}">
                <a16:creationId xmlns:a16="http://schemas.microsoft.com/office/drawing/2014/main" id="{EF957102-2050-47BD-847D-4FE121258C34}"/>
              </a:ext>
            </a:extLst>
          </p:cNvPr>
          <p:cNvSpPr txBox="1">
            <a:spLocks/>
          </p:cNvSpPr>
          <p:nvPr/>
        </p:nvSpPr>
        <p:spPr bwMode="black">
          <a:xfrm>
            <a:off x="508488" y="141306"/>
            <a:ext cx="11175023" cy="739904"/>
          </a:xfrm>
          <a:prstGeom prst="rect">
            <a:avLst/>
          </a:prstGeom>
          <a:solidFill>
            <a:srgbClr val="FFFFFF"/>
          </a:solidFill>
          <a:ln w="31750" cap="sq">
            <a:solidFill>
              <a:srgbClr val="404040"/>
            </a:solidFill>
            <a:miter lim="800000"/>
          </a:ln>
        </p:spPr>
        <p:txBody>
          <a:bodyPr vert="horz" lIns="182880" tIns="182880" rIns="182880" bIns="182880" rtlCol="0" anchor="ctr">
            <a:normAutofit fontScale="975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latin typeface="Gill Sans MT" panose="020B0502020104020203"/>
              </a:rPr>
              <a:t>Background: Scanning Electron Microscopy (SEM)</a:t>
            </a:r>
            <a:endParaRPr kumimoji="0" lang="en-US" sz="2800" b="0" i="0" u="none" strike="noStrike" kern="1200" cap="all" spc="200" normalizeH="0" baseline="0" noProof="0" dirty="0">
              <a:ln>
                <a:noFill/>
              </a:ln>
              <a:solidFill>
                <a:srgbClr val="262626"/>
              </a:solidFill>
              <a:effectLst/>
              <a:uLnTx/>
              <a:uFillTx/>
              <a:latin typeface="Gill Sans MT" panose="020B0502020104020203"/>
              <a:ea typeface="+mj-ea"/>
              <a:cs typeface="+mj-cs"/>
            </a:endParaRPr>
          </a:p>
        </p:txBody>
      </p:sp>
      <p:sp>
        <p:nvSpPr>
          <p:cNvPr id="2" name="TextBox 1">
            <a:extLst>
              <a:ext uri="{FF2B5EF4-FFF2-40B4-BE49-F238E27FC236}">
                <a16:creationId xmlns:a16="http://schemas.microsoft.com/office/drawing/2014/main" id="{322E7859-C8A3-4420-A2D5-6F20F1100E1F}"/>
              </a:ext>
            </a:extLst>
          </p:cNvPr>
          <p:cNvSpPr txBox="1"/>
          <p:nvPr/>
        </p:nvSpPr>
        <p:spPr>
          <a:xfrm>
            <a:off x="182812" y="881210"/>
            <a:ext cx="7946580" cy="5001818"/>
          </a:xfrm>
          <a:prstGeom prst="rect">
            <a:avLst/>
          </a:prstGeom>
          <a:noFill/>
        </p:spPr>
        <p:txBody>
          <a:bodyPr wrap="square" rtlCol="0">
            <a:spAutoFit/>
          </a:bodyPr>
          <a:lstStyle/>
          <a:p>
            <a:pPr algn="just">
              <a:lnSpc>
                <a:spcPct val="250000"/>
              </a:lnSpc>
            </a:pPr>
            <a:r>
              <a:rPr lang="en-GB" sz="1400" b="1" dirty="0">
                <a:latin typeface="Gill Sans MT" panose="020B0502020104020203" pitchFamily="34" charset="0"/>
              </a:rPr>
              <a:t>Background:</a:t>
            </a:r>
          </a:p>
          <a:p>
            <a:pPr marL="285750" indent="-285750" algn="just">
              <a:lnSpc>
                <a:spcPct val="250000"/>
              </a:lnSpc>
              <a:buFont typeface="Arial" panose="020B0604020202020204" pitchFamily="34" charset="0"/>
              <a:buChar char="•"/>
            </a:pPr>
            <a:r>
              <a:rPr lang="en-GB" sz="1400" b="1" dirty="0">
                <a:latin typeface="Gill Sans MT" panose="020B0502020104020203" pitchFamily="34" charset="0"/>
              </a:rPr>
              <a:t>Electron Beam</a:t>
            </a:r>
            <a:r>
              <a:rPr lang="en-GB" sz="1400" dirty="0">
                <a:latin typeface="Gill Sans MT" panose="020B0502020104020203" pitchFamily="34" charset="0"/>
              </a:rPr>
              <a:t>: A focused beam of high-energy electrons scans the sample surface.</a:t>
            </a:r>
          </a:p>
          <a:p>
            <a:pPr marL="285750" indent="-285750" algn="just">
              <a:lnSpc>
                <a:spcPct val="250000"/>
              </a:lnSpc>
              <a:buFont typeface="Arial" panose="020B0604020202020204" pitchFamily="34" charset="0"/>
              <a:buChar char="•"/>
            </a:pPr>
            <a:r>
              <a:rPr lang="en-GB" sz="1400" b="1" dirty="0">
                <a:latin typeface="Gill Sans MT" panose="020B0502020104020203" pitchFamily="34" charset="0"/>
              </a:rPr>
              <a:t>Interaction</a:t>
            </a:r>
            <a:r>
              <a:rPr lang="en-GB" sz="1400" dirty="0">
                <a:latin typeface="Gill Sans MT" panose="020B0502020104020203" pitchFamily="34" charset="0"/>
              </a:rPr>
              <a:t>: Electrons interact with surface atoms, generating various signals.</a:t>
            </a:r>
          </a:p>
          <a:p>
            <a:pPr marL="285750" indent="-285750" algn="just">
              <a:lnSpc>
                <a:spcPct val="250000"/>
              </a:lnSpc>
              <a:buFont typeface="Arial" panose="020B0604020202020204" pitchFamily="34" charset="0"/>
              <a:buChar char="•"/>
            </a:pPr>
            <a:r>
              <a:rPr lang="en-GB" sz="1400" b="1" dirty="0">
                <a:latin typeface="Gill Sans MT" panose="020B0502020104020203" pitchFamily="34" charset="0"/>
              </a:rPr>
              <a:t>Signal Emission</a:t>
            </a:r>
            <a:r>
              <a:rPr lang="en-GB" sz="1400" dirty="0">
                <a:latin typeface="Gill Sans MT" panose="020B0502020104020203" pitchFamily="34" charset="0"/>
              </a:rPr>
              <a:t>: Secondary electrons, backscattered electrons, and X-rays are emitted.</a:t>
            </a:r>
          </a:p>
          <a:p>
            <a:pPr marL="742950" lvl="1" indent="-285750" algn="just">
              <a:lnSpc>
                <a:spcPct val="250000"/>
              </a:lnSpc>
              <a:buFont typeface="Arial" panose="020B0604020202020204" pitchFamily="34" charset="0"/>
              <a:buChar char="•"/>
            </a:pPr>
            <a:r>
              <a:rPr lang="en-GB" sz="1200" dirty="0">
                <a:latin typeface="Gill Sans MT" panose="020B0502020104020203" pitchFamily="34" charset="0"/>
              </a:rPr>
              <a:t> </a:t>
            </a:r>
            <a:r>
              <a:rPr lang="en-GB" sz="1200" b="1" dirty="0">
                <a:latin typeface="Gill Sans MT" panose="020B0502020104020203" pitchFamily="34" charset="0"/>
              </a:rPr>
              <a:t>Secondary Electrons (SE): </a:t>
            </a:r>
            <a:r>
              <a:rPr lang="en-GB" sz="1200" dirty="0">
                <a:latin typeface="Gill Sans MT" panose="020B0502020104020203" pitchFamily="34" charset="0"/>
              </a:rPr>
              <a:t>Low-energy electrons used to produce high-resolution images of surface topography.</a:t>
            </a:r>
          </a:p>
          <a:p>
            <a:pPr marL="742950" lvl="1" indent="-285750" algn="just">
              <a:lnSpc>
                <a:spcPct val="250000"/>
              </a:lnSpc>
              <a:buFont typeface="Arial" panose="020B0604020202020204" pitchFamily="34" charset="0"/>
              <a:buChar char="•"/>
            </a:pPr>
            <a:r>
              <a:rPr lang="en-GB" sz="1200" b="1" dirty="0">
                <a:latin typeface="Gill Sans MT" panose="020B0502020104020203" pitchFamily="34" charset="0"/>
              </a:rPr>
              <a:t>Backscattered Electrons (BSE): </a:t>
            </a:r>
            <a:r>
              <a:rPr lang="en-GB" sz="1200" dirty="0">
                <a:latin typeface="Gill Sans MT" panose="020B0502020104020203" pitchFamily="34" charset="0"/>
              </a:rPr>
              <a:t>High-energy electrons that provide atomic number contrast and compositional information.</a:t>
            </a:r>
          </a:p>
          <a:p>
            <a:pPr marL="742950" lvl="1" indent="-285750" algn="just">
              <a:lnSpc>
                <a:spcPct val="250000"/>
              </a:lnSpc>
              <a:buFont typeface="Arial" panose="020B0604020202020204" pitchFamily="34" charset="0"/>
              <a:buChar char="•"/>
            </a:pPr>
            <a:r>
              <a:rPr lang="en-GB" sz="1200" b="1" dirty="0">
                <a:latin typeface="Gill Sans MT" panose="020B0502020104020203" pitchFamily="34" charset="0"/>
              </a:rPr>
              <a:t>X-rays (EDS/EDX): </a:t>
            </a:r>
            <a:r>
              <a:rPr lang="en-GB" sz="1200" dirty="0">
                <a:latin typeface="Gill Sans MT" panose="020B0502020104020203" pitchFamily="34" charset="0"/>
              </a:rPr>
              <a:t>Element-specific X-ray emissions used for qualitative and quantitative chemical analysis.</a:t>
            </a:r>
          </a:p>
          <a:p>
            <a:pPr marL="285750" indent="-285750" algn="just">
              <a:lnSpc>
                <a:spcPct val="250000"/>
              </a:lnSpc>
              <a:buFont typeface="Arial" panose="020B0604020202020204" pitchFamily="34" charset="0"/>
              <a:buChar char="•"/>
            </a:pPr>
            <a:r>
              <a:rPr lang="en-GB" sz="1400" b="1" dirty="0">
                <a:latin typeface="Gill Sans MT" panose="020B0502020104020203" pitchFamily="34" charset="0"/>
              </a:rPr>
              <a:t>Detection</a:t>
            </a:r>
            <a:r>
              <a:rPr lang="en-GB" sz="1400" dirty="0">
                <a:latin typeface="Gill Sans MT" panose="020B0502020104020203" pitchFamily="34" charset="0"/>
              </a:rPr>
              <a:t>: Detectors collect signals to form high-resolution images of surface topography.</a:t>
            </a:r>
          </a:p>
        </p:txBody>
      </p:sp>
      <p:pic>
        <p:nvPicPr>
          <p:cNvPr id="4" name="Picture 3">
            <a:extLst>
              <a:ext uri="{FF2B5EF4-FFF2-40B4-BE49-F238E27FC236}">
                <a16:creationId xmlns:a16="http://schemas.microsoft.com/office/drawing/2014/main" id="{1138A97F-F206-4F76-87B5-DF7CCBA47264}"/>
              </a:ext>
            </a:extLst>
          </p:cNvPr>
          <p:cNvPicPr>
            <a:picLocks noChangeAspect="1"/>
          </p:cNvPicPr>
          <p:nvPr/>
        </p:nvPicPr>
        <p:blipFill rotWithShape="1">
          <a:blip r:embed="rId3"/>
          <a:srcRect b="3241"/>
          <a:stretch/>
        </p:blipFill>
        <p:spPr>
          <a:xfrm>
            <a:off x="8684713" y="1281622"/>
            <a:ext cx="3149111" cy="3923336"/>
          </a:xfrm>
          <a:prstGeom prst="rect">
            <a:avLst/>
          </a:prstGeom>
        </p:spPr>
      </p:pic>
      <p:sp>
        <p:nvSpPr>
          <p:cNvPr id="3" name="TextBox 2">
            <a:extLst>
              <a:ext uri="{FF2B5EF4-FFF2-40B4-BE49-F238E27FC236}">
                <a16:creationId xmlns:a16="http://schemas.microsoft.com/office/drawing/2014/main" id="{F896770B-0A57-47F6-BE94-86809CB069E8}"/>
              </a:ext>
            </a:extLst>
          </p:cNvPr>
          <p:cNvSpPr txBox="1"/>
          <p:nvPr/>
        </p:nvSpPr>
        <p:spPr>
          <a:xfrm>
            <a:off x="8615612" y="5249773"/>
            <a:ext cx="3576388" cy="461665"/>
          </a:xfrm>
          <a:prstGeom prst="rect">
            <a:avLst/>
          </a:prstGeom>
          <a:noFill/>
        </p:spPr>
        <p:txBody>
          <a:bodyPr wrap="square" rtlCol="0">
            <a:spAutoFit/>
          </a:bodyPr>
          <a:lstStyle/>
          <a:p>
            <a:r>
              <a:rPr lang="en-GB" sz="1200" dirty="0">
                <a:latin typeface="Gill Sans MT" panose="020B0502020104020203" pitchFamily="34" charset="0"/>
              </a:rPr>
              <a:t>Figure 1:  Simplified schematic diagram of a Scanning Electron Microscope (SEM)</a:t>
            </a:r>
          </a:p>
        </p:txBody>
      </p:sp>
    </p:spTree>
    <p:extLst>
      <p:ext uri="{BB962C8B-B14F-4D97-AF65-F5344CB8AC3E}">
        <p14:creationId xmlns:p14="http://schemas.microsoft.com/office/powerpoint/2010/main" val="2943077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EB619BFB-66F4-4BDB-B6E9-294BBC6E7B6C}"/>
              </a:ext>
            </a:extLst>
          </p:cNvPr>
          <p:cNvSpPr txBox="1">
            <a:spLocks/>
          </p:cNvSpPr>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defPPr>
              <a:defRPr lang="en-US"/>
            </a:defPPr>
            <a:lvl1pPr marL="0" algn="ctr" defTabSz="457200" rtl="0" eaLnBrk="1" latinLnBrk="0" hangingPunct="1">
              <a:defRPr sz="1100" kern="1200" spc="0"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pPr>
            <a:fld id="{330EA680-D336-4FF7-8B7A-9848BB0A1C32}" type="slidenum">
              <a:rPr lang="en-US" smtClean="0">
                <a:latin typeface="Gill Sans MT" panose="020B0502020104020203"/>
              </a:rPr>
              <a:pPr fontAlgn="auto">
                <a:spcBef>
                  <a:spcPts val="0"/>
                </a:spcBef>
                <a:spcAft>
                  <a:spcPts val="0"/>
                </a:spcAft>
              </a:pPr>
              <a:t>3</a:t>
            </a:fld>
            <a:endParaRPr lang="en-US">
              <a:latin typeface="Gill Sans MT" panose="020B0502020104020203"/>
            </a:endParaRPr>
          </a:p>
        </p:txBody>
      </p:sp>
      <p:sp>
        <p:nvSpPr>
          <p:cNvPr id="13" name="Title 1">
            <a:extLst>
              <a:ext uri="{FF2B5EF4-FFF2-40B4-BE49-F238E27FC236}">
                <a16:creationId xmlns:a16="http://schemas.microsoft.com/office/drawing/2014/main" id="{EF957102-2050-47BD-847D-4FE121258C34}"/>
              </a:ext>
            </a:extLst>
          </p:cNvPr>
          <p:cNvSpPr txBox="1">
            <a:spLocks/>
          </p:cNvSpPr>
          <p:nvPr/>
        </p:nvSpPr>
        <p:spPr bwMode="black">
          <a:xfrm>
            <a:off x="508488" y="141306"/>
            <a:ext cx="11175023" cy="739904"/>
          </a:xfrm>
          <a:prstGeom prst="rect">
            <a:avLst/>
          </a:prstGeom>
          <a:solidFill>
            <a:srgbClr val="FFFFFF"/>
          </a:solidFill>
          <a:ln w="31750" cap="sq">
            <a:solidFill>
              <a:srgbClr val="404040"/>
            </a:solidFill>
            <a:miter lim="800000"/>
          </a:ln>
        </p:spPr>
        <p:txBody>
          <a:bodyPr vert="horz" lIns="182880" tIns="182880" rIns="182880" bIns="182880" rtlCol="0" anchor="ctr">
            <a:normAutofit fontScale="975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latin typeface="Gill Sans MT" panose="020B0502020104020203"/>
              </a:rPr>
              <a:t>Background: Scanning Electron Microscopy (SEM)</a:t>
            </a:r>
            <a:endParaRPr kumimoji="0" lang="en-US" sz="2800" b="0" i="0" u="none" strike="noStrike" kern="1200" cap="all" spc="200" normalizeH="0" baseline="0" noProof="0" dirty="0">
              <a:ln>
                <a:noFill/>
              </a:ln>
              <a:solidFill>
                <a:srgbClr val="262626"/>
              </a:solidFill>
              <a:effectLst/>
              <a:uLnTx/>
              <a:uFillTx/>
              <a:latin typeface="Gill Sans MT" panose="020B0502020104020203"/>
              <a:ea typeface="+mj-ea"/>
              <a:cs typeface="+mj-cs"/>
            </a:endParaRPr>
          </a:p>
        </p:txBody>
      </p:sp>
      <p:sp>
        <p:nvSpPr>
          <p:cNvPr id="4" name="TextBox 3">
            <a:extLst>
              <a:ext uri="{FF2B5EF4-FFF2-40B4-BE49-F238E27FC236}">
                <a16:creationId xmlns:a16="http://schemas.microsoft.com/office/drawing/2014/main" id="{99940F8B-E9A4-4651-8945-1E8E55F4E064}"/>
              </a:ext>
            </a:extLst>
          </p:cNvPr>
          <p:cNvSpPr txBox="1"/>
          <p:nvPr/>
        </p:nvSpPr>
        <p:spPr>
          <a:xfrm>
            <a:off x="118770" y="1198749"/>
            <a:ext cx="4837552" cy="3747629"/>
          </a:xfrm>
          <a:prstGeom prst="rect">
            <a:avLst/>
          </a:prstGeom>
          <a:noFill/>
        </p:spPr>
        <p:txBody>
          <a:bodyPr wrap="square" rtlCol="0">
            <a:spAutoFit/>
          </a:bodyPr>
          <a:lstStyle/>
          <a:p>
            <a:pPr>
              <a:lnSpc>
                <a:spcPct val="150000"/>
              </a:lnSpc>
            </a:pPr>
            <a:r>
              <a:rPr lang="en-GB" sz="1600" b="1" dirty="0">
                <a:latin typeface="Gill Sans MT" panose="020B0502020104020203" pitchFamily="34" charset="0"/>
              </a:rPr>
              <a:t>Sample Preparation</a:t>
            </a:r>
          </a:p>
          <a:p>
            <a:pPr marL="285750" indent="-285750">
              <a:lnSpc>
                <a:spcPct val="150000"/>
              </a:lnSpc>
              <a:buFont typeface="Arial" panose="020B0604020202020204" pitchFamily="34" charset="0"/>
              <a:buChar char="•"/>
            </a:pPr>
            <a:r>
              <a:rPr lang="en-GB" sz="1600" b="1" dirty="0">
                <a:latin typeface="Gill Sans MT" panose="020B0502020104020203" pitchFamily="34" charset="0"/>
              </a:rPr>
              <a:t>Conductive Samples</a:t>
            </a:r>
          </a:p>
          <a:p>
            <a:pPr marL="742950" lvl="1" indent="-285750">
              <a:lnSpc>
                <a:spcPct val="150000"/>
              </a:lnSpc>
              <a:buFont typeface="Arial" panose="020B0604020202020204" pitchFamily="34" charset="0"/>
              <a:buChar char="•"/>
            </a:pPr>
            <a:r>
              <a:rPr lang="en-GB" sz="1400" dirty="0">
                <a:latin typeface="Gill Sans MT" panose="020B0502020104020203" pitchFamily="34" charset="0"/>
              </a:rPr>
              <a:t>Naturally conductive; minimal prep required</a:t>
            </a:r>
          </a:p>
          <a:p>
            <a:pPr marL="742950" lvl="1" indent="-285750">
              <a:lnSpc>
                <a:spcPct val="150000"/>
              </a:lnSpc>
              <a:buFont typeface="Arial" panose="020B0604020202020204" pitchFamily="34" charset="0"/>
              <a:buChar char="•"/>
            </a:pPr>
            <a:r>
              <a:rPr lang="en-GB" sz="1400" dirty="0">
                <a:latin typeface="Gill Sans MT" panose="020B0502020104020203" pitchFamily="34" charset="0"/>
              </a:rPr>
              <a:t>Clean surface (e.g., solvents, ultrasonic)</a:t>
            </a:r>
          </a:p>
          <a:p>
            <a:pPr marL="742950" lvl="1" indent="-285750">
              <a:lnSpc>
                <a:spcPct val="150000"/>
              </a:lnSpc>
              <a:buFont typeface="Arial" panose="020B0604020202020204" pitchFamily="34" charset="0"/>
              <a:buChar char="•"/>
            </a:pPr>
            <a:r>
              <a:rPr lang="en-GB" sz="1400" dirty="0">
                <a:latin typeface="Gill Sans MT" panose="020B0502020104020203" pitchFamily="34" charset="0"/>
              </a:rPr>
              <a:t>Mount with conductive adhesive (carbon/silver paste)</a:t>
            </a:r>
          </a:p>
          <a:p>
            <a:pPr marL="742950" lvl="1" indent="-285750">
              <a:lnSpc>
                <a:spcPct val="150000"/>
              </a:lnSpc>
              <a:buFont typeface="Arial" panose="020B0604020202020204" pitchFamily="34" charset="0"/>
              <a:buChar char="•"/>
            </a:pPr>
            <a:r>
              <a:rPr lang="en-GB" sz="1400" dirty="0">
                <a:latin typeface="Gill Sans MT" panose="020B0502020104020203" pitchFamily="34" charset="0"/>
              </a:rPr>
              <a:t>No coating needed</a:t>
            </a:r>
          </a:p>
          <a:p>
            <a:pPr marL="285750" indent="-285750">
              <a:lnSpc>
                <a:spcPct val="150000"/>
              </a:lnSpc>
              <a:buFont typeface="Arial" panose="020B0604020202020204" pitchFamily="34" charset="0"/>
              <a:buChar char="•"/>
            </a:pPr>
            <a:r>
              <a:rPr lang="en-GB" sz="1600" b="1" dirty="0">
                <a:latin typeface="Gill Sans MT" panose="020B0502020104020203" pitchFamily="34" charset="0"/>
              </a:rPr>
              <a:t>Non-Conductive Samples: </a:t>
            </a:r>
          </a:p>
          <a:p>
            <a:pPr marL="742950" lvl="1" indent="-285750">
              <a:lnSpc>
                <a:spcPct val="150000"/>
              </a:lnSpc>
              <a:buFont typeface="Arial" panose="020B0604020202020204" pitchFamily="34" charset="0"/>
              <a:buChar char="•"/>
            </a:pPr>
            <a:r>
              <a:rPr lang="en-GB" sz="1400" dirty="0">
                <a:latin typeface="Gill Sans MT" panose="020B0502020104020203" pitchFamily="34" charset="0"/>
              </a:rPr>
              <a:t>Prone to charging; require extra prep</a:t>
            </a:r>
          </a:p>
          <a:p>
            <a:pPr marL="742950" lvl="1" indent="-285750">
              <a:lnSpc>
                <a:spcPct val="150000"/>
              </a:lnSpc>
              <a:buFont typeface="Arial" panose="020B0604020202020204" pitchFamily="34" charset="0"/>
              <a:buChar char="•"/>
            </a:pPr>
            <a:r>
              <a:rPr lang="en-GB" sz="1400" dirty="0">
                <a:latin typeface="Gill Sans MT" panose="020B0502020104020203" pitchFamily="34" charset="0"/>
              </a:rPr>
              <a:t>Fixation &amp; dehydration (for biological samples)</a:t>
            </a:r>
          </a:p>
          <a:p>
            <a:pPr marL="742950" lvl="1" indent="-285750">
              <a:lnSpc>
                <a:spcPct val="150000"/>
              </a:lnSpc>
              <a:buFont typeface="Arial" panose="020B0604020202020204" pitchFamily="34" charset="0"/>
              <a:buChar char="•"/>
            </a:pPr>
            <a:r>
              <a:rPr lang="en-GB" sz="1400" dirty="0">
                <a:latin typeface="Gill Sans MT" panose="020B0502020104020203" pitchFamily="34" charset="0"/>
              </a:rPr>
              <a:t>Mount with conductive adhesive</a:t>
            </a:r>
          </a:p>
          <a:p>
            <a:pPr marL="742950" lvl="1" indent="-285750">
              <a:lnSpc>
                <a:spcPct val="150000"/>
              </a:lnSpc>
              <a:buFont typeface="Arial" panose="020B0604020202020204" pitchFamily="34" charset="0"/>
              <a:buChar char="•"/>
            </a:pPr>
            <a:r>
              <a:rPr lang="en-GB" sz="1400" dirty="0">
                <a:latin typeface="Gill Sans MT" panose="020B0502020104020203" pitchFamily="34" charset="0"/>
              </a:rPr>
              <a:t>Coat with thin conductive layer appr. 10 nm gold</a:t>
            </a:r>
          </a:p>
        </p:txBody>
      </p:sp>
      <p:pic>
        <p:nvPicPr>
          <p:cNvPr id="7" name="Picture 6">
            <a:extLst>
              <a:ext uri="{FF2B5EF4-FFF2-40B4-BE49-F238E27FC236}">
                <a16:creationId xmlns:a16="http://schemas.microsoft.com/office/drawing/2014/main" id="{5ADC6AE0-1D6B-4857-8A78-094DAD9481CF}"/>
              </a:ext>
            </a:extLst>
          </p:cNvPr>
          <p:cNvPicPr>
            <a:picLocks noChangeAspect="1"/>
          </p:cNvPicPr>
          <p:nvPr/>
        </p:nvPicPr>
        <p:blipFill>
          <a:blip r:embed="rId2"/>
          <a:stretch>
            <a:fillRect/>
          </a:stretch>
        </p:blipFill>
        <p:spPr>
          <a:xfrm>
            <a:off x="5330275" y="1035529"/>
            <a:ext cx="3199950" cy="2393471"/>
          </a:xfrm>
          <a:prstGeom prst="rect">
            <a:avLst/>
          </a:prstGeom>
        </p:spPr>
      </p:pic>
      <p:pic>
        <p:nvPicPr>
          <p:cNvPr id="8" name="Picture 7">
            <a:extLst>
              <a:ext uri="{FF2B5EF4-FFF2-40B4-BE49-F238E27FC236}">
                <a16:creationId xmlns:a16="http://schemas.microsoft.com/office/drawing/2014/main" id="{E393421D-67DC-49F0-9AC2-24D72E805FE3}"/>
              </a:ext>
            </a:extLst>
          </p:cNvPr>
          <p:cNvPicPr>
            <a:picLocks noChangeAspect="1"/>
          </p:cNvPicPr>
          <p:nvPr/>
        </p:nvPicPr>
        <p:blipFill>
          <a:blip r:embed="rId3"/>
          <a:stretch>
            <a:fillRect/>
          </a:stretch>
        </p:blipFill>
        <p:spPr>
          <a:xfrm rot="5400000">
            <a:off x="9224006" y="715702"/>
            <a:ext cx="2393470" cy="3033126"/>
          </a:xfrm>
          <a:prstGeom prst="rect">
            <a:avLst/>
          </a:prstGeom>
        </p:spPr>
      </p:pic>
      <p:pic>
        <p:nvPicPr>
          <p:cNvPr id="10" name="Picture 9">
            <a:extLst>
              <a:ext uri="{FF2B5EF4-FFF2-40B4-BE49-F238E27FC236}">
                <a16:creationId xmlns:a16="http://schemas.microsoft.com/office/drawing/2014/main" id="{8C35A19C-C7D3-4CF3-B414-2C15FA36E3F5}"/>
              </a:ext>
            </a:extLst>
          </p:cNvPr>
          <p:cNvPicPr>
            <a:picLocks noChangeAspect="1"/>
          </p:cNvPicPr>
          <p:nvPr/>
        </p:nvPicPr>
        <p:blipFill>
          <a:blip r:embed="rId4"/>
          <a:stretch>
            <a:fillRect/>
          </a:stretch>
        </p:blipFill>
        <p:spPr>
          <a:xfrm rot="5400000">
            <a:off x="7476366" y="3626124"/>
            <a:ext cx="2393470" cy="3033126"/>
          </a:xfrm>
          <a:prstGeom prst="rect">
            <a:avLst/>
          </a:prstGeom>
        </p:spPr>
      </p:pic>
      <p:sp>
        <p:nvSpPr>
          <p:cNvPr id="11" name="TextBox 10">
            <a:extLst>
              <a:ext uri="{FF2B5EF4-FFF2-40B4-BE49-F238E27FC236}">
                <a16:creationId xmlns:a16="http://schemas.microsoft.com/office/drawing/2014/main" id="{292E79F1-DF80-484D-A41A-56B8E3749986}"/>
              </a:ext>
            </a:extLst>
          </p:cNvPr>
          <p:cNvSpPr txBox="1"/>
          <p:nvPr/>
        </p:nvSpPr>
        <p:spPr>
          <a:xfrm>
            <a:off x="5156200" y="3487637"/>
            <a:ext cx="3327400" cy="461665"/>
          </a:xfrm>
          <a:prstGeom prst="rect">
            <a:avLst/>
          </a:prstGeom>
          <a:noFill/>
        </p:spPr>
        <p:txBody>
          <a:bodyPr wrap="square" rtlCol="0">
            <a:spAutoFit/>
          </a:bodyPr>
          <a:lstStyle/>
          <a:p>
            <a:r>
              <a:rPr lang="en-GB" sz="1200" dirty="0">
                <a:latin typeface="Gill Sans MT" panose="020B0502020104020203" pitchFamily="34" charset="0"/>
              </a:rPr>
              <a:t>Figure 2:  Gold sputter coating equipment used for SEM sample preparation</a:t>
            </a:r>
          </a:p>
        </p:txBody>
      </p:sp>
      <p:sp>
        <p:nvSpPr>
          <p:cNvPr id="12" name="TextBox 11">
            <a:extLst>
              <a:ext uri="{FF2B5EF4-FFF2-40B4-BE49-F238E27FC236}">
                <a16:creationId xmlns:a16="http://schemas.microsoft.com/office/drawing/2014/main" id="{5A8A633D-B577-4FA1-ABD5-70D9C9B19D0E}"/>
              </a:ext>
            </a:extLst>
          </p:cNvPr>
          <p:cNvSpPr txBox="1"/>
          <p:nvPr/>
        </p:nvSpPr>
        <p:spPr>
          <a:xfrm>
            <a:off x="8879530" y="3487637"/>
            <a:ext cx="2918770" cy="276999"/>
          </a:xfrm>
          <a:prstGeom prst="rect">
            <a:avLst/>
          </a:prstGeom>
          <a:noFill/>
        </p:spPr>
        <p:txBody>
          <a:bodyPr wrap="square" rtlCol="0">
            <a:spAutoFit/>
          </a:bodyPr>
          <a:lstStyle/>
          <a:p>
            <a:r>
              <a:rPr lang="en-GB" sz="1200" dirty="0">
                <a:latin typeface="Gill Sans MT" panose="020B0502020104020203" pitchFamily="34" charset="0"/>
              </a:rPr>
              <a:t>Figure 3: SEM before closing</a:t>
            </a:r>
          </a:p>
        </p:txBody>
      </p:sp>
      <p:sp>
        <p:nvSpPr>
          <p:cNvPr id="14" name="TextBox 13">
            <a:extLst>
              <a:ext uri="{FF2B5EF4-FFF2-40B4-BE49-F238E27FC236}">
                <a16:creationId xmlns:a16="http://schemas.microsoft.com/office/drawing/2014/main" id="{7048DFB8-E9F4-4DE2-A19B-D15613D4BAE8}"/>
              </a:ext>
            </a:extLst>
          </p:cNvPr>
          <p:cNvSpPr txBox="1"/>
          <p:nvPr/>
        </p:nvSpPr>
        <p:spPr>
          <a:xfrm>
            <a:off x="7156538" y="6423927"/>
            <a:ext cx="2495550" cy="276999"/>
          </a:xfrm>
          <a:prstGeom prst="rect">
            <a:avLst/>
          </a:prstGeom>
          <a:noFill/>
        </p:spPr>
        <p:txBody>
          <a:bodyPr wrap="square" rtlCol="0">
            <a:spAutoFit/>
          </a:bodyPr>
          <a:lstStyle/>
          <a:p>
            <a:r>
              <a:rPr lang="en-GB" sz="1200" dirty="0">
                <a:latin typeface="Gill Sans MT" panose="020B0502020104020203" pitchFamily="34" charset="0"/>
              </a:rPr>
              <a:t>Figure 4: SEM after closing</a:t>
            </a:r>
          </a:p>
        </p:txBody>
      </p:sp>
    </p:spTree>
    <p:extLst>
      <p:ext uri="{BB962C8B-B14F-4D97-AF65-F5344CB8AC3E}">
        <p14:creationId xmlns:p14="http://schemas.microsoft.com/office/powerpoint/2010/main" val="2925182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EB619BFB-66F4-4BDB-B6E9-294BBC6E7B6C}"/>
              </a:ext>
            </a:extLst>
          </p:cNvPr>
          <p:cNvSpPr txBox="1">
            <a:spLocks/>
          </p:cNvSpPr>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defPPr>
              <a:defRPr lang="en-US"/>
            </a:defPPr>
            <a:lvl1pPr marL="0" algn="ctr" defTabSz="457200" rtl="0" eaLnBrk="1" latinLnBrk="0" hangingPunct="1">
              <a:defRPr sz="1100" kern="1200" spc="0"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pPr>
            <a:fld id="{330EA680-D336-4FF7-8B7A-9848BB0A1C32}" type="slidenum">
              <a:rPr lang="en-US" smtClean="0">
                <a:latin typeface="Gill Sans MT" panose="020B0502020104020203"/>
              </a:rPr>
              <a:pPr fontAlgn="auto">
                <a:spcBef>
                  <a:spcPts val="0"/>
                </a:spcBef>
                <a:spcAft>
                  <a:spcPts val="0"/>
                </a:spcAft>
              </a:pPr>
              <a:t>4</a:t>
            </a:fld>
            <a:endParaRPr lang="en-US">
              <a:latin typeface="Gill Sans MT" panose="020B0502020104020203"/>
            </a:endParaRPr>
          </a:p>
        </p:txBody>
      </p:sp>
      <p:sp>
        <p:nvSpPr>
          <p:cNvPr id="13" name="Title 1">
            <a:extLst>
              <a:ext uri="{FF2B5EF4-FFF2-40B4-BE49-F238E27FC236}">
                <a16:creationId xmlns:a16="http://schemas.microsoft.com/office/drawing/2014/main" id="{EF957102-2050-47BD-847D-4FE121258C34}"/>
              </a:ext>
            </a:extLst>
          </p:cNvPr>
          <p:cNvSpPr txBox="1">
            <a:spLocks/>
          </p:cNvSpPr>
          <p:nvPr/>
        </p:nvSpPr>
        <p:spPr bwMode="black">
          <a:xfrm>
            <a:off x="508488" y="0"/>
            <a:ext cx="11175023" cy="739904"/>
          </a:xfrm>
          <a:prstGeom prst="rect">
            <a:avLst/>
          </a:prstGeom>
          <a:solidFill>
            <a:srgbClr val="FFFFFF"/>
          </a:solidFill>
          <a:ln w="31750" cap="sq">
            <a:solidFill>
              <a:srgbClr val="404040"/>
            </a:solidFill>
            <a:miter lim="800000"/>
          </a:ln>
        </p:spPr>
        <p:txBody>
          <a:bodyPr vert="horz" lIns="182880" tIns="182880" rIns="182880" bIns="182880" rtlCol="0" anchor="ctr">
            <a:normAutofit fontScale="975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latin typeface="Gill Sans MT" panose="020B0502020104020203"/>
              </a:rPr>
              <a:t>RESULTS: Scanning Electron Microscopy (SEM)</a:t>
            </a:r>
            <a:endParaRPr kumimoji="0" lang="en-US" sz="2800" b="0" i="0" u="none" strike="noStrike" kern="1200" cap="all" spc="200" normalizeH="0" baseline="0" noProof="0" dirty="0">
              <a:ln>
                <a:noFill/>
              </a:ln>
              <a:solidFill>
                <a:srgbClr val="262626"/>
              </a:solidFill>
              <a:effectLst/>
              <a:uLnTx/>
              <a:uFillTx/>
              <a:latin typeface="Gill Sans MT" panose="020B0502020104020203"/>
              <a:ea typeface="+mj-ea"/>
              <a:cs typeface="+mj-cs"/>
            </a:endParaRPr>
          </a:p>
        </p:txBody>
      </p:sp>
      <p:pic>
        <p:nvPicPr>
          <p:cNvPr id="3" name="Picture 2">
            <a:extLst>
              <a:ext uri="{FF2B5EF4-FFF2-40B4-BE49-F238E27FC236}">
                <a16:creationId xmlns:a16="http://schemas.microsoft.com/office/drawing/2014/main" id="{A2D2254C-DD17-4755-935C-CBB8B246F2FE}"/>
              </a:ext>
            </a:extLst>
          </p:cNvPr>
          <p:cNvPicPr>
            <a:picLocks noChangeAspect="1"/>
          </p:cNvPicPr>
          <p:nvPr/>
        </p:nvPicPr>
        <p:blipFill>
          <a:blip r:embed="rId2"/>
          <a:stretch>
            <a:fillRect/>
          </a:stretch>
        </p:blipFill>
        <p:spPr>
          <a:xfrm>
            <a:off x="452121" y="1387759"/>
            <a:ext cx="5250322" cy="4082482"/>
          </a:xfrm>
          <a:prstGeom prst="rect">
            <a:avLst/>
          </a:prstGeom>
        </p:spPr>
      </p:pic>
      <p:pic>
        <p:nvPicPr>
          <p:cNvPr id="4" name="Picture 3">
            <a:extLst>
              <a:ext uri="{FF2B5EF4-FFF2-40B4-BE49-F238E27FC236}">
                <a16:creationId xmlns:a16="http://schemas.microsoft.com/office/drawing/2014/main" id="{D1E8CD67-2CE0-441C-B1CA-009B468F4C84}"/>
              </a:ext>
            </a:extLst>
          </p:cNvPr>
          <p:cNvPicPr>
            <a:picLocks noChangeAspect="1"/>
          </p:cNvPicPr>
          <p:nvPr/>
        </p:nvPicPr>
        <p:blipFill>
          <a:blip r:embed="rId3"/>
          <a:stretch>
            <a:fillRect/>
          </a:stretch>
        </p:blipFill>
        <p:spPr>
          <a:xfrm>
            <a:off x="6159534" y="1387759"/>
            <a:ext cx="5580345" cy="4339266"/>
          </a:xfrm>
          <a:prstGeom prst="rect">
            <a:avLst/>
          </a:prstGeom>
        </p:spPr>
      </p:pic>
      <p:sp>
        <p:nvSpPr>
          <p:cNvPr id="8" name="TextBox 7">
            <a:extLst>
              <a:ext uri="{FF2B5EF4-FFF2-40B4-BE49-F238E27FC236}">
                <a16:creationId xmlns:a16="http://schemas.microsoft.com/office/drawing/2014/main" id="{D838C46A-046A-4834-A9CB-AEDA3A0AB9D2}"/>
              </a:ext>
            </a:extLst>
          </p:cNvPr>
          <p:cNvSpPr txBox="1"/>
          <p:nvPr/>
        </p:nvSpPr>
        <p:spPr>
          <a:xfrm>
            <a:off x="358176" y="933189"/>
            <a:ext cx="6098991" cy="369332"/>
          </a:xfrm>
          <a:prstGeom prst="rect">
            <a:avLst/>
          </a:prstGeom>
          <a:noFill/>
        </p:spPr>
        <p:txBody>
          <a:bodyPr wrap="square" rtlCol="0">
            <a:spAutoFit/>
          </a:bodyPr>
          <a:lstStyle/>
          <a:p>
            <a:r>
              <a:rPr lang="en-GB" dirty="0">
                <a:latin typeface="Gill Sans MT" panose="020B0502020104020203" pitchFamily="34" charset="0"/>
              </a:rPr>
              <a:t>My sample: Calcined clay (900 </a:t>
            </a:r>
            <a:r>
              <a:rPr lang="en-GB" dirty="0">
                <a:latin typeface="Gill Sans MT" panose="020B0502020104020203" pitchFamily="34" charset="0"/>
                <a:cs typeface="Times New Roman" panose="02020603050405020304" pitchFamily="18" charset="0"/>
              </a:rPr>
              <a:t>℃) sourced from Arumetsa</a:t>
            </a:r>
            <a:endParaRPr lang="en-GB" dirty="0">
              <a:latin typeface="Gill Sans MT" panose="020B0502020104020203" pitchFamily="34" charset="0"/>
            </a:endParaRPr>
          </a:p>
        </p:txBody>
      </p:sp>
      <p:sp>
        <p:nvSpPr>
          <p:cNvPr id="7" name="TextBox 6">
            <a:extLst>
              <a:ext uri="{FF2B5EF4-FFF2-40B4-BE49-F238E27FC236}">
                <a16:creationId xmlns:a16="http://schemas.microsoft.com/office/drawing/2014/main" id="{085D6819-8877-4112-B759-5A4E00A1621F}"/>
              </a:ext>
            </a:extLst>
          </p:cNvPr>
          <p:cNvSpPr txBox="1"/>
          <p:nvPr/>
        </p:nvSpPr>
        <p:spPr>
          <a:xfrm>
            <a:off x="358176" y="5493801"/>
            <a:ext cx="2495550" cy="276999"/>
          </a:xfrm>
          <a:prstGeom prst="rect">
            <a:avLst/>
          </a:prstGeom>
          <a:noFill/>
        </p:spPr>
        <p:txBody>
          <a:bodyPr wrap="square" rtlCol="0">
            <a:spAutoFit/>
          </a:bodyPr>
          <a:lstStyle/>
          <a:p>
            <a:r>
              <a:rPr lang="en-GB" sz="1200" dirty="0">
                <a:latin typeface="Gill Sans MT" panose="020B0502020104020203" pitchFamily="34" charset="0"/>
              </a:rPr>
              <a:t>Figure 5: </a:t>
            </a:r>
            <a:r>
              <a:rPr lang="en-GB" sz="1200" dirty="0" err="1">
                <a:latin typeface="Gill Sans MT" panose="020B0502020104020203" pitchFamily="34" charset="0"/>
              </a:rPr>
              <a:t>Cacined</a:t>
            </a:r>
            <a:r>
              <a:rPr lang="en-GB" sz="1200" dirty="0">
                <a:latin typeface="Gill Sans MT" panose="020B0502020104020203" pitchFamily="34" charset="0"/>
              </a:rPr>
              <a:t> clay SEM image </a:t>
            </a:r>
          </a:p>
        </p:txBody>
      </p:sp>
      <p:sp>
        <p:nvSpPr>
          <p:cNvPr id="9" name="TextBox 8">
            <a:extLst>
              <a:ext uri="{FF2B5EF4-FFF2-40B4-BE49-F238E27FC236}">
                <a16:creationId xmlns:a16="http://schemas.microsoft.com/office/drawing/2014/main" id="{2D40563F-C879-407D-A3C1-73378CDE38A9}"/>
              </a:ext>
            </a:extLst>
          </p:cNvPr>
          <p:cNvSpPr txBox="1"/>
          <p:nvPr/>
        </p:nvSpPr>
        <p:spPr>
          <a:xfrm>
            <a:off x="6457166" y="5669725"/>
            <a:ext cx="3404383" cy="276999"/>
          </a:xfrm>
          <a:prstGeom prst="rect">
            <a:avLst/>
          </a:prstGeom>
          <a:noFill/>
        </p:spPr>
        <p:txBody>
          <a:bodyPr wrap="square" rtlCol="0">
            <a:spAutoFit/>
          </a:bodyPr>
          <a:lstStyle/>
          <a:p>
            <a:r>
              <a:rPr lang="en-GB" sz="1200" dirty="0">
                <a:latin typeface="Gill Sans MT" panose="020B0502020104020203" pitchFamily="34" charset="0"/>
              </a:rPr>
              <a:t>Figure 6: Elemental composition via EDS</a:t>
            </a:r>
          </a:p>
        </p:txBody>
      </p:sp>
    </p:spTree>
    <p:extLst>
      <p:ext uri="{BB962C8B-B14F-4D97-AF65-F5344CB8AC3E}">
        <p14:creationId xmlns:p14="http://schemas.microsoft.com/office/powerpoint/2010/main" val="1145023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EB619BFB-66F4-4BDB-B6E9-294BBC6E7B6C}"/>
              </a:ext>
            </a:extLst>
          </p:cNvPr>
          <p:cNvSpPr txBox="1">
            <a:spLocks/>
          </p:cNvSpPr>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defPPr>
              <a:defRPr lang="en-US"/>
            </a:defPPr>
            <a:lvl1pPr marL="0" algn="ctr" defTabSz="457200" rtl="0" eaLnBrk="1" latinLnBrk="0" hangingPunct="1">
              <a:defRPr sz="1100" kern="1200" spc="0"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pPr>
            <a:fld id="{330EA680-D336-4FF7-8B7A-9848BB0A1C32}" type="slidenum">
              <a:rPr lang="en-US" smtClean="0">
                <a:latin typeface="Gill Sans MT" panose="020B0502020104020203"/>
              </a:rPr>
              <a:pPr fontAlgn="auto">
                <a:spcBef>
                  <a:spcPts val="0"/>
                </a:spcBef>
                <a:spcAft>
                  <a:spcPts val="0"/>
                </a:spcAft>
              </a:pPr>
              <a:t>5</a:t>
            </a:fld>
            <a:endParaRPr lang="en-US">
              <a:latin typeface="Gill Sans MT" panose="020B0502020104020203"/>
            </a:endParaRPr>
          </a:p>
        </p:txBody>
      </p:sp>
      <p:sp>
        <p:nvSpPr>
          <p:cNvPr id="13" name="Title 1">
            <a:extLst>
              <a:ext uri="{FF2B5EF4-FFF2-40B4-BE49-F238E27FC236}">
                <a16:creationId xmlns:a16="http://schemas.microsoft.com/office/drawing/2014/main" id="{EF957102-2050-47BD-847D-4FE121258C34}"/>
              </a:ext>
            </a:extLst>
          </p:cNvPr>
          <p:cNvSpPr txBox="1">
            <a:spLocks/>
          </p:cNvSpPr>
          <p:nvPr/>
        </p:nvSpPr>
        <p:spPr bwMode="black">
          <a:xfrm>
            <a:off x="508488" y="141306"/>
            <a:ext cx="11175023" cy="739904"/>
          </a:xfrm>
          <a:prstGeom prst="rect">
            <a:avLst/>
          </a:prstGeom>
          <a:solidFill>
            <a:srgbClr val="FFFFFF"/>
          </a:solidFill>
          <a:ln w="31750" cap="sq">
            <a:solidFill>
              <a:srgbClr val="404040"/>
            </a:solidFill>
            <a:miter lim="800000"/>
          </a:ln>
        </p:spPr>
        <p:txBody>
          <a:bodyPr vert="horz" lIns="182880" tIns="182880" rIns="182880" bIns="182880" rtlCol="0" anchor="ctr">
            <a:normAutofit fontScale="975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latin typeface="Gill Sans MT" panose="020B0502020104020203"/>
              </a:rPr>
              <a:t>Background: X-Ray Diffraction (XRD)</a:t>
            </a:r>
            <a:endParaRPr kumimoji="0" lang="en-US" sz="2800" b="0" i="0" u="none" strike="noStrike" kern="1200" cap="all" spc="200" normalizeH="0" baseline="0" noProof="0" dirty="0">
              <a:ln>
                <a:noFill/>
              </a:ln>
              <a:solidFill>
                <a:srgbClr val="262626"/>
              </a:solidFill>
              <a:effectLst/>
              <a:uLnTx/>
              <a:uFillTx/>
              <a:latin typeface="Gill Sans MT" panose="020B0502020104020203"/>
              <a:ea typeface="+mj-ea"/>
              <a:cs typeface="+mj-cs"/>
            </a:endParaRPr>
          </a:p>
        </p:txBody>
      </p:sp>
      <p:sp>
        <p:nvSpPr>
          <p:cNvPr id="4" name="TextBox 3">
            <a:extLst>
              <a:ext uri="{FF2B5EF4-FFF2-40B4-BE49-F238E27FC236}">
                <a16:creationId xmlns:a16="http://schemas.microsoft.com/office/drawing/2014/main" id="{649E9D07-84CD-41F1-A4C6-C4E4C1D28BE3}"/>
              </a:ext>
            </a:extLst>
          </p:cNvPr>
          <p:cNvSpPr txBox="1"/>
          <p:nvPr/>
        </p:nvSpPr>
        <p:spPr>
          <a:xfrm>
            <a:off x="99986" y="944842"/>
            <a:ext cx="7465735" cy="2243371"/>
          </a:xfrm>
          <a:prstGeom prst="rect">
            <a:avLst/>
          </a:prstGeom>
          <a:noFill/>
        </p:spPr>
        <p:txBody>
          <a:bodyPr wrap="square" rtlCol="0">
            <a:spAutoFit/>
          </a:bodyPr>
          <a:lstStyle/>
          <a:p>
            <a:pPr algn="just">
              <a:lnSpc>
                <a:spcPct val="200000"/>
              </a:lnSpc>
            </a:pPr>
            <a:r>
              <a:rPr lang="en-GB" sz="1600" b="1" dirty="0">
                <a:latin typeface="Gill Sans MT" panose="020B0502020104020203" pitchFamily="34" charset="0"/>
              </a:rPr>
              <a:t>Working Principle</a:t>
            </a:r>
          </a:p>
          <a:p>
            <a:pPr marL="742950" lvl="1" indent="-285750" algn="just">
              <a:lnSpc>
                <a:spcPct val="200000"/>
              </a:lnSpc>
              <a:buFont typeface="Arial" panose="020B0604020202020204" pitchFamily="34" charset="0"/>
              <a:buChar char="•"/>
            </a:pPr>
            <a:r>
              <a:rPr lang="en-GB" sz="1400" dirty="0">
                <a:latin typeface="Gill Sans MT" panose="020B0502020104020203" pitchFamily="34" charset="0"/>
              </a:rPr>
              <a:t>Irradiation: A monochromatic X-ray beam is directed at a crystalline sample.</a:t>
            </a:r>
          </a:p>
          <a:p>
            <a:pPr marL="742950" lvl="1" indent="-285750" algn="just">
              <a:lnSpc>
                <a:spcPct val="200000"/>
              </a:lnSpc>
              <a:buFont typeface="Arial" panose="020B0604020202020204" pitchFamily="34" charset="0"/>
              <a:buChar char="•"/>
            </a:pPr>
            <a:r>
              <a:rPr lang="en-GB" sz="1400" dirty="0">
                <a:latin typeface="Gill Sans MT" panose="020B0502020104020203" pitchFamily="34" charset="0"/>
              </a:rPr>
              <a:t>Diffraction: X-rays are scattered by the crystal lattice planes.</a:t>
            </a:r>
          </a:p>
          <a:p>
            <a:pPr marL="742950" lvl="1" indent="-285750" algn="just">
              <a:lnSpc>
                <a:spcPct val="200000"/>
              </a:lnSpc>
              <a:buFont typeface="Arial" panose="020B0604020202020204" pitchFamily="34" charset="0"/>
              <a:buChar char="•"/>
            </a:pPr>
            <a:r>
              <a:rPr lang="en-GB" sz="1400" dirty="0">
                <a:latin typeface="Gill Sans MT" panose="020B0502020104020203" pitchFamily="34" charset="0"/>
              </a:rPr>
              <a:t>Constructive Interference: Occurs at specific angles satisfying Bragg’s Law (n</a:t>
            </a:r>
            <a:r>
              <a:rPr lang="el-GR" sz="1400" dirty="0">
                <a:latin typeface="Gill Sans MT" panose="020B0502020104020203" pitchFamily="34" charset="0"/>
              </a:rPr>
              <a:t>λ = 2</a:t>
            </a:r>
            <a:r>
              <a:rPr lang="en-GB" sz="1400" dirty="0">
                <a:latin typeface="Gill Sans MT" panose="020B0502020104020203" pitchFamily="34" charset="0"/>
              </a:rPr>
              <a:t>d sin </a:t>
            </a:r>
            <a:r>
              <a:rPr lang="el-GR" sz="1400" dirty="0">
                <a:latin typeface="Gill Sans MT" panose="020B0502020104020203" pitchFamily="34" charset="0"/>
              </a:rPr>
              <a:t>θ).</a:t>
            </a:r>
            <a:endParaRPr lang="en-GB" sz="1400" dirty="0">
              <a:latin typeface="Gill Sans MT" panose="020B0502020104020203" pitchFamily="34" charset="0"/>
            </a:endParaRPr>
          </a:p>
          <a:p>
            <a:pPr marL="742950" lvl="1" indent="-285750" algn="just">
              <a:lnSpc>
                <a:spcPct val="200000"/>
              </a:lnSpc>
              <a:buFont typeface="Arial" panose="020B0604020202020204" pitchFamily="34" charset="0"/>
              <a:buChar char="•"/>
            </a:pPr>
            <a:r>
              <a:rPr lang="en-GB" sz="1400" dirty="0">
                <a:latin typeface="Gill Sans MT" panose="020B0502020104020203" pitchFamily="34" charset="0"/>
              </a:rPr>
              <a:t>Detection: The diffracted rays form a pattern unique to the crystal structure.</a:t>
            </a:r>
          </a:p>
        </p:txBody>
      </p:sp>
      <p:sp>
        <p:nvSpPr>
          <p:cNvPr id="5" name="TextBox 4">
            <a:extLst>
              <a:ext uri="{FF2B5EF4-FFF2-40B4-BE49-F238E27FC236}">
                <a16:creationId xmlns:a16="http://schemas.microsoft.com/office/drawing/2014/main" id="{0EA13E8C-7A14-4E33-82B2-0789A284A56A}"/>
              </a:ext>
            </a:extLst>
          </p:cNvPr>
          <p:cNvSpPr txBox="1"/>
          <p:nvPr/>
        </p:nvSpPr>
        <p:spPr>
          <a:xfrm>
            <a:off x="167617" y="3429000"/>
            <a:ext cx="7330471" cy="1495538"/>
          </a:xfrm>
          <a:prstGeom prst="rect">
            <a:avLst/>
          </a:prstGeom>
          <a:noFill/>
        </p:spPr>
        <p:txBody>
          <a:bodyPr wrap="square" rtlCol="0">
            <a:spAutoFit/>
          </a:bodyPr>
          <a:lstStyle/>
          <a:p>
            <a:pPr algn="just">
              <a:lnSpc>
                <a:spcPct val="200000"/>
              </a:lnSpc>
            </a:pPr>
            <a:r>
              <a:rPr lang="en-GB" sz="1600" b="1" dirty="0">
                <a:latin typeface="Gill Sans MT" panose="020B0502020104020203" pitchFamily="34" charset="0"/>
              </a:rPr>
              <a:t>Sample Preparation</a:t>
            </a:r>
          </a:p>
          <a:p>
            <a:pPr marL="285750" indent="-285750" algn="just">
              <a:lnSpc>
                <a:spcPct val="200000"/>
              </a:lnSpc>
              <a:buFont typeface="Arial" panose="020B0604020202020204" pitchFamily="34" charset="0"/>
              <a:buChar char="•"/>
            </a:pPr>
            <a:r>
              <a:rPr lang="en-GB" sz="1600" dirty="0">
                <a:latin typeface="Gill Sans MT" panose="020B0502020104020203" pitchFamily="34" charset="0"/>
              </a:rPr>
              <a:t>Ground calcined clay (900 </a:t>
            </a:r>
            <a:r>
              <a:rPr lang="en-GB" sz="1600" dirty="0">
                <a:latin typeface="Times New Roman" panose="02020603050405020304" pitchFamily="18" charset="0"/>
                <a:cs typeface="Times New Roman" panose="02020603050405020304" pitchFamily="18" charset="0"/>
              </a:rPr>
              <a:t>℃) is</a:t>
            </a:r>
            <a:r>
              <a:rPr lang="en-GB" sz="1600" dirty="0">
                <a:latin typeface="Gill Sans MT" panose="020B0502020104020203" pitchFamily="34" charset="0"/>
              </a:rPr>
              <a:t> spread over a double sided transparent tape.</a:t>
            </a:r>
          </a:p>
          <a:p>
            <a:pPr marL="285750" indent="-285750" algn="just">
              <a:lnSpc>
                <a:spcPct val="200000"/>
              </a:lnSpc>
              <a:buFont typeface="Arial" panose="020B0604020202020204" pitchFamily="34" charset="0"/>
              <a:buChar char="•"/>
            </a:pPr>
            <a:r>
              <a:rPr lang="en-GB" sz="1600" dirty="0">
                <a:latin typeface="Gill Sans MT" panose="020B0502020104020203" pitchFamily="34" charset="0"/>
              </a:rPr>
              <a:t>Ensure it is level with the rim or edge of the sample holder.</a:t>
            </a:r>
          </a:p>
        </p:txBody>
      </p:sp>
      <p:pic>
        <p:nvPicPr>
          <p:cNvPr id="7" name="Picture 6">
            <a:extLst>
              <a:ext uri="{FF2B5EF4-FFF2-40B4-BE49-F238E27FC236}">
                <a16:creationId xmlns:a16="http://schemas.microsoft.com/office/drawing/2014/main" id="{7D7EBB96-7749-484A-B3B4-0EA8232EB90E}"/>
              </a:ext>
            </a:extLst>
          </p:cNvPr>
          <p:cNvPicPr>
            <a:picLocks noChangeAspect="1"/>
          </p:cNvPicPr>
          <p:nvPr/>
        </p:nvPicPr>
        <p:blipFill>
          <a:blip r:embed="rId2"/>
          <a:stretch>
            <a:fillRect/>
          </a:stretch>
        </p:blipFill>
        <p:spPr>
          <a:xfrm>
            <a:off x="7705596" y="1005947"/>
            <a:ext cx="2972842" cy="2654995"/>
          </a:xfrm>
          <a:prstGeom prst="rect">
            <a:avLst/>
          </a:prstGeom>
        </p:spPr>
      </p:pic>
      <p:pic>
        <p:nvPicPr>
          <p:cNvPr id="8" name="Picture 7">
            <a:extLst>
              <a:ext uri="{FF2B5EF4-FFF2-40B4-BE49-F238E27FC236}">
                <a16:creationId xmlns:a16="http://schemas.microsoft.com/office/drawing/2014/main" id="{23568B7C-C7D5-4F89-9B56-C3F721C428E6}"/>
              </a:ext>
            </a:extLst>
          </p:cNvPr>
          <p:cNvPicPr>
            <a:picLocks noChangeAspect="1"/>
          </p:cNvPicPr>
          <p:nvPr/>
        </p:nvPicPr>
        <p:blipFill>
          <a:blip r:embed="rId3"/>
          <a:stretch>
            <a:fillRect/>
          </a:stretch>
        </p:blipFill>
        <p:spPr>
          <a:xfrm>
            <a:off x="7705596" y="4032857"/>
            <a:ext cx="2972842" cy="2419207"/>
          </a:xfrm>
          <a:prstGeom prst="rect">
            <a:avLst/>
          </a:prstGeom>
        </p:spPr>
      </p:pic>
      <p:sp>
        <p:nvSpPr>
          <p:cNvPr id="9" name="TextBox 8">
            <a:extLst>
              <a:ext uri="{FF2B5EF4-FFF2-40B4-BE49-F238E27FC236}">
                <a16:creationId xmlns:a16="http://schemas.microsoft.com/office/drawing/2014/main" id="{26E4E5F4-6B23-4813-94D6-E7B9796E41A0}"/>
              </a:ext>
            </a:extLst>
          </p:cNvPr>
          <p:cNvSpPr txBox="1"/>
          <p:nvPr/>
        </p:nvSpPr>
        <p:spPr>
          <a:xfrm>
            <a:off x="7705596" y="3708400"/>
            <a:ext cx="2495550" cy="276999"/>
          </a:xfrm>
          <a:prstGeom prst="rect">
            <a:avLst/>
          </a:prstGeom>
          <a:noFill/>
        </p:spPr>
        <p:txBody>
          <a:bodyPr wrap="square" rtlCol="0">
            <a:spAutoFit/>
          </a:bodyPr>
          <a:lstStyle/>
          <a:p>
            <a:r>
              <a:rPr lang="en-GB" sz="1200" dirty="0">
                <a:latin typeface="Gill Sans MT" panose="020B0502020104020203" pitchFamily="34" charset="0"/>
              </a:rPr>
              <a:t>Figure 7:  Rigaku XRD instrument</a:t>
            </a:r>
          </a:p>
        </p:txBody>
      </p:sp>
      <p:sp>
        <p:nvSpPr>
          <p:cNvPr id="10" name="TextBox 9">
            <a:extLst>
              <a:ext uri="{FF2B5EF4-FFF2-40B4-BE49-F238E27FC236}">
                <a16:creationId xmlns:a16="http://schemas.microsoft.com/office/drawing/2014/main" id="{E932A2A6-0E61-4198-A3E4-68B39DEC0616}"/>
              </a:ext>
            </a:extLst>
          </p:cNvPr>
          <p:cNvSpPr txBox="1"/>
          <p:nvPr/>
        </p:nvSpPr>
        <p:spPr>
          <a:xfrm>
            <a:off x="7705596" y="6499522"/>
            <a:ext cx="2924304" cy="276999"/>
          </a:xfrm>
          <a:prstGeom prst="rect">
            <a:avLst/>
          </a:prstGeom>
          <a:noFill/>
        </p:spPr>
        <p:txBody>
          <a:bodyPr wrap="square" rtlCol="0">
            <a:spAutoFit/>
          </a:bodyPr>
          <a:lstStyle/>
          <a:p>
            <a:r>
              <a:rPr lang="en-GB" sz="1200" dirty="0">
                <a:latin typeface="Gill Sans MT" panose="020B0502020104020203" pitchFamily="34" charset="0"/>
              </a:rPr>
              <a:t>Figure 8:  Calcined clay on sample stage </a:t>
            </a:r>
          </a:p>
        </p:txBody>
      </p:sp>
    </p:spTree>
    <p:extLst>
      <p:ext uri="{BB962C8B-B14F-4D97-AF65-F5344CB8AC3E}">
        <p14:creationId xmlns:p14="http://schemas.microsoft.com/office/powerpoint/2010/main" val="2804185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EB619BFB-66F4-4BDB-B6E9-294BBC6E7B6C}"/>
              </a:ext>
            </a:extLst>
          </p:cNvPr>
          <p:cNvSpPr txBox="1">
            <a:spLocks/>
          </p:cNvSpPr>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defPPr>
              <a:defRPr lang="en-US"/>
            </a:defPPr>
            <a:lvl1pPr marL="0" algn="ctr" defTabSz="457200" rtl="0" eaLnBrk="1" latinLnBrk="0" hangingPunct="1">
              <a:defRPr sz="1100" kern="1200" spc="0"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pPr>
            <a:fld id="{330EA680-D336-4FF7-8B7A-9848BB0A1C32}" type="slidenum">
              <a:rPr lang="en-US" smtClean="0">
                <a:latin typeface="Gill Sans MT" panose="020B0502020104020203"/>
              </a:rPr>
              <a:pPr fontAlgn="auto">
                <a:spcBef>
                  <a:spcPts val="0"/>
                </a:spcBef>
                <a:spcAft>
                  <a:spcPts val="0"/>
                </a:spcAft>
              </a:pPr>
              <a:t>6</a:t>
            </a:fld>
            <a:endParaRPr lang="en-US">
              <a:latin typeface="Gill Sans MT" panose="020B0502020104020203"/>
            </a:endParaRPr>
          </a:p>
        </p:txBody>
      </p:sp>
      <p:sp>
        <p:nvSpPr>
          <p:cNvPr id="13" name="Title 1">
            <a:extLst>
              <a:ext uri="{FF2B5EF4-FFF2-40B4-BE49-F238E27FC236}">
                <a16:creationId xmlns:a16="http://schemas.microsoft.com/office/drawing/2014/main" id="{EF957102-2050-47BD-847D-4FE121258C34}"/>
              </a:ext>
            </a:extLst>
          </p:cNvPr>
          <p:cNvSpPr txBox="1">
            <a:spLocks/>
          </p:cNvSpPr>
          <p:nvPr/>
        </p:nvSpPr>
        <p:spPr bwMode="black">
          <a:xfrm>
            <a:off x="508488" y="141306"/>
            <a:ext cx="11175023" cy="739904"/>
          </a:xfrm>
          <a:prstGeom prst="rect">
            <a:avLst/>
          </a:prstGeom>
          <a:solidFill>
            <a:srgbClr val="FFFFFF"/>
          </a:solidFill>
          <a:ln w="31750" cap="sq">
            <a:solidFill>
              <a:srgbClr val="404040"/>
            </a:solidFill>
            <a:miter lim="800000"/>
          </a:ln>
        </p:spPr>
        <p:txBody>
          <a:bodyPr vert="horz" lIns="182880" tIns="182880" rIns="182880" bIns="182880" rtlCol="0" anchor="ctr">
            <a:normAutofit fontScale="975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latin typeface="Gill Sans MT" panose="020B0502020104020203"/>
              </a:rPr>
              <a:t>RESULTS: X-Ray Diffraction (XRD)</a:t>
            </a:r>
            <a:endParaRPr kumimoji="0" lang="en-US" sz="2800" b="0" i="0" u="none" strike="noStrike" kern="1200" cap="all" spc="200" normalizeH="0" baseline="0" noProof="0" dirty="0">
              <a:ln>
                <a:noFill/>
              </a:ln>
              <a:solidFill>
                <a:srgbClr val="262626"/>
              </a:solidFill>
              <a:effectLst/>
              <a:uLnTx/>
              <a:uFillTx/>
              <a:latin typeface="Gill Sans MT" panose="020B0502020104020203"/>
              <a:ea typeface="+mj-ea"/>
              <a:cs typeface="+mj-cs"/>
            </a:endParaRPr>
          </a:p>
        </p:txBody>
      </p:sp>
      <p:pic>
        <p:nvPicPr>
          <p:cNvPr id="3" name="Picture 2">
            <a:extLst>
              <a:ext uri="{FF2B5EF4-FFF2-40B4-BE49-F238E27FC236}">
                <a16:creationId xmlns:a16="http://schemas.microsoft.com/office/drawing/2014/main" id="{233B2D0F-BA4A-4F4E-8843-0B9F6F24DE2A}"/>
              </a:ext>
            </a:extLst>
          </p:cNvPr>
          <p:cNvPicPr>
            <a:picLocks noChangeAspect="1"/>
          </p:cNvPicPr>
          <p:nvPr/>
        </p:nvPicPr>
        <p:blipFill rotWithShape="1">
          <a:blip r:embed="rId2"/>
          <a:srcRect l="12014" t="9407" r="11292" b="4000"/>
          <a:stretch/>
        </p:blipFill>
        <p:spPr>
          <a:xfrm>
            <a:off x="0" y="1090547"/>
            <a:ext cx="4508500" cy="3735359"/>
          </a:xfrm>
          <a:prstGeom prst="rect">
            <a:avLst/>
          </a:prstGeom>
        </p:spPr>
      </p:pic>
      <p:pic>
        <p:nvPicPr>
          <p:cNvPr id="7" name="Picture 6">
            <a:extLst>
              <a:ext uri="{FF2B5EF4-FFF2-40B4-BE49-F238E27FC236}">
                <a16:creationId xmlns:a16="http://schemas.microsoft.com/office/drawing/2014/main" id="{B3826191-4F49-4223-9843-F5F089E250DD}"/>
              </a:ext>
            </a:extLst>
          </p:cNvPr>
          <p:cNvPicPr>
            <a:picLocks noChangeAspect="1"/>
          </p:cNvPicPr>
          <p:nvPr/>
        </p:nvPicPr>
        <p:blipFill>
          <a:blip r:embed="rId3"/>
          <a:stretch>
            <a:fillRect/>
          </a:stretch>
        </p:blipFill>
        <p:spPr>
          <a:xfrm>
            <a:off x="4521202" y="3676851"/>
            <a:ext cx="7571292" cy="1524213"/>
          </a:xfrm>
          <a:prstGeom prst="rect">
            <a:avLst/>
          </a:prstGeom>
        </p:spPr>
      </p:pic>
      <p:pic>
        <p:nvPicPr>
          <p:cNvPr id="9" name="Picture 8">
            <a:extLst>
              <a:ext uri="{FF2B5EF4-FFF2-40B4-BE49-F238E27FC236}">
                <a16:creationId xmlns:a16="http://schemas.microsoft.com/office/drawing/2014/main" id="{FFB3D351-1032-4A0E-83D4-1D2CCD1406BD}"/>
              </a:ext>
            </a:extLst>
          </p:cNvPr>
          <p:cNvPicPr>
            <a:picLocks noChangeAspect="1"/>
          </p:cNvPicPr>
          <p:nvPr/>
        </p:nvPicPr>
        <p:blipFill rotWithShape="1">
          <a:blip r:embed="rId4"/>
          <a:srcRect l="1522" t="8291" r="1739" b="39732"/>
          <a:stretch/>
        </p:blipFill>
        <p:spPr>
          <a:xfrm>
            <a:off x="139700" y="5616651"/>
            <a:ext cx="8502650" cy="868404"/>
          </a:xfrm>
          <a:prstGeom prst="rect">
            <a:avLst/>
          </a:prstGeom>
        </p:spPr>
      </p:pic>
      <p:pic>
        <p:nvPicPr>
          <p:cNvPr id="1027" name="Picture 3">
            <a:extLst>
              <a:ext uri="{FF2B5EF4-FFF2-40B4-BE49-F238E27FC236}">
                <a16:creationId xmlns:a16="http://schemas.microsoft.com/office/drawing/2014/main" id="{2578EA23-CE3D-4C6D-8C1F-850A83CA38C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82" r="2061" b="9290"/>
          <a:stretch/>
        </p:blipFill>
        <p:spPr bwMode="auto">
          <a:xfrm>
            <a:off x="4679950" y="950847"/>
            <a:ext cx="3778962" cy="2389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D1C6B87E-A418-4351-9F07-97F74FFAD9FC}"/>
              </a:ext>
            </a:extLst>
          </p:cNvPr>
          <p:cNvSpPr txBox="1"/>
          <p:nvPr/>
        </p:nvSpPr>
        <p:spPr>
          <a:xfrm>
            <a:off x="374650" y="4825906"/>
            <a:ext cx="3009900" cy="276999"/>
          </a:xfrm>
          <a:prstGeom prst="rect">
            <a:avLst/>
          </a:prstGeom>
          <a:noFill/>
        </p:spPr>
        <p:txBody>
          <a:bodyPr wrap="square" rtlCol="0">
            <a:spAutoFit/>
          </a:bodyPr>
          <a:lstStyle/>
          <a:p>
            <a:r>
              <a:rPr lang="en-GB" sz="1200" dirty="0">
                <a:latin typeface="Gill Sans MT" panose="020B0502020104020203" pitchFamily="34" charset="0"/>
              </a:rPr>
              <a:t>Figure 9: XRD for calcined clay via Origin</a:t>
            </a:r>
          </a:p>
        </p:txBody>
      </p:sp>
      <p:sp>
        <p:nvSpPr>
          <p:cNvPr id="10" name="TextBox 9">
            <a:extLst>
              <a:ext uri="{FF2B5EF4-FFF2-40B4-BE49-F238E27FC236}">
                <a16:creationId xmlns:a16="http://schemas.microsoft.com/office/drawing/2014/main" id="{0A1A04D8-2ADA-4876-BEBA-5F1C0D23C50E}"/>
              </a:ext>
            </a:extLst>
          </p:cNvPr>
          <p:cNvSpPr txBox="1"/>
          <p:nvPr/>
        </p:nvSpPr>
        <p:spPr>
          <a:xfrm>
            <a:off x="4814311" y="3254240"/>
            <a:ext cx="4679950" cy="276999"/>
          </a:xfrm>
          <a:prstGeom prst="rect">
            <a:avLst/>
          </a:prstGeom>
          <a:noFill/>
        </p:spPr>
        <p:txBody>
          <a:bodyPr wrap="square" rtlCol="0">
            <a:spAutoFit/>
          </a:bodyPr>
          <a:lstStyle/>
          <a:p>
            <a:r>
              <a:rPr lang="en-GB" sz="1200" dirty="0">
                <a:latin typeface="Gill Sans MT" panose="020B0502020104020203" pitchFamily="34" charset="0"/>
              </a:rPr>
              <a:t>Figure 10: XRD pattern with phase identification overlay for calcined clay</a:t>
            </a:r>
          </a:p>
        </p:txBody>
      </p:sp>
      <p:sp>
        <p:nvSpPr>
          <p:cNvPr id="11" name="TextBox 10">
            <a:extLst>
              <a:ext uri="{FF2B5EF4-FFF2-40B4-BE49-F238E27FC236}">
                <a16:creationId xmlns:a16="http://schemas.microsoft.com/office/drawing/2014/main" id="{3BB22534-D9E9-4386-AD79-995493C3A603}"/>
              </a:ext>
            </a:extLst>
          </p:cNvPr>
          <p:cNvSpPr txBox="1"/>
          <p:nvPr/>
        </p:nvSpPr>
        <p:spPr>
          <a:xfrm>
            <a:off x="9398000" y="3508475"/>
            <a:ext cx="2495550" cy="276999"/>
          </a:xfrm>
          <a:prstGeom prst="rect">
            <a:avLst/>
          </a:prstGeom>
          <a:noFill/>
        </p:spPr>
        <p:txBody>
          <a:bodyPr wrap="square" rtlCol="0">
            <a:spAutoFit/>
          </a:bodyPr>
          <a:lstStyle/>
          <a:p>
            <a:r>
              <a:rPr lang="en-GB" sz="1200" dirty="0">
                <a:latin typeface="Gill Sans MT" panose="020B0502020104020203" pitchFamily="34" charset="0"/>
              </a:rPr>
              <a:t>Table 1:  Measuring conditions</a:t>
            </a:r>
          </a:p>
        </p:txBody>
      </p:sp>
      <p:sp>
        <p:nvSpPr>
          <p:cNvPr id="12" name="TextBox 11">
            <a:extLst>
              <a:ext uri="{FF2B5EF4-FFF2-40B4-BE49-F238E27FC236}">
                <a16:creationId xmlns:a16="http://schemas.microsoft.com/office/drawing/2014/main" id="{136ACDFD-3A65-4A05-9BBE-93DBD257BFE5}"/>
              </a:ext>
            </a:extLst>
          </p:cNvPr>
          <p:cNvSpPr txBox="1"/>
          <p:nvPr/>
        </p:nvSpPr>
        <p:spPr>
          <a:xfrm>
            <a:off x="5906511" y="5399315"/>
            <a:ext cx="2495550" cy="276999"/>
          </a:xfrm>
          <a:prstGeom prst="rect">
            <a:avLst/>
          </a:prstGeom>
          <a:noFill/>
        </p:spPr>
        <p:txBody>
          <a:bodyPr wrap="square" rtlCol="0">
            <a:spAutoFit/>
          </a:bodyPr>
          <a:lstStyle/>
          <a:p>
            <a:r>
              <a:rPr lang="en-GB" sz="1200" dirty="0">
                <a:latin typeface="Gill Sans MT" panose="020B0502020104020203" pitchFamily="34" charset="0"/>
              </a:rPr>
              <a:t>Table 2:  Phases</a:t>
            </a:r>
          </a:p>
        </p:txBody>
      </p:sp>
    </p:spTree>
    <p:extLst>
      <p:ext uri="{BB962C8B-B14F-4D97-AF65-F5344CB8AC3E}">
        <p14:creationId xmlns:p14="http://schemas.microsoft.com/office/powerpoint/2010/main" val="323009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EB619BFB-66F4-4BDB-B6E9-294BBC6E7B6C}"/>
              </a:ext>
            </a:extLst>
          </p:cNvPr>
          <p:cNvSpPr txBox="1">
            <a:spLocks/>
          </p:cNvSpPr>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defPPr>
              <a:defRPr lang="en-US"/>
            </a:defPPr>
            <a:lvl1pPr marL="0" algn="ctr" defTabSz="457200" rtl="0" eaLnBrk="1" latinLnBrk="0" hangingPunct="1">
              <a:defRPr sz="1100" kern="1200" spc="0"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pPr>
            <a:fld id="{330EA680-D336-4FF7-8B7A-9848BB0A1C32}" type="slidenum">
              <a:rPr lang="en-US" smtClean="0">
                <a:latin typeface="Gill Sans MT" panose="020B0502020104020203"/>
              </a:rPr>
              <a:pPr fontAlgn="auto">
                <a:spcBef>
                  <a:spcPts val="0"/>
                </a:spcBef>
                <a:spcAft>
                  <a:spcPts val="0"/>
                </a:spcAft>
              </a:pPr>
              <a:t>7</a:t>
            </a:fld>
            <a:endParaRPr lang="en-US">
              <a:latin typeface="Gill Sans MT" panose="020B0502020104020203"/>
            </a:endParaRPr>
          </a:p>
        </p:txBody>
      </p:sp>
      <p:sp>
        <p:nvSpPr>
          <p:cNvPr id="13" name="Title 1">
            <a:extLst>
              <a:ext uri="{FF2B5EF4-FFF2-40B4-BE49-F238E27FC236}">
                <a16:creationId xmlns:a16="http://schemas.microsoft.com/office/drawing/2014/main" id="{EF957102-2050-47BD-847D-4FE121258C34}"/>
              </a:ext>
            </a:extLst>
          </p:cNvPr>
          <p:cNvSpPr txBox="1">
            <a:spLocks/>
          </p:cNvSpPr>
          <p:nvPr/>
        </p:nvSpPr>
        <p:spPr bwMode="black">
          <a:xfrm>
            <a:off x="508488" y="141306"/>
            <a:ext cx="11175023" cy="739904"/>
          </a:xfrm>
          <a:prstGeom prst="rect">
            <a:avLst/>
          </a:prstGeom>
          <a:solidFill>
            <a:srgbClr val="FFFFFF"/>
          </a:solidFill>
          <a:ln w="31750" cap="sq">
            <a:solidFill>
              <a:srgbClr val="404040"/>
            </a:solidFill>
            <a:miter lim="800000"/>
          </a:ln>
        </p:spPr>
        <p:txBody>
          <a:bodyPr vert="horz" lIns="182880" tIns="182880" rIns="182880" bIns="182880" rtlCol="0" anchor="ctr">
            <a:normAutofit fontScale="975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latin typeface="Gill Sans MT" panose="020B0502020104020203"/>
              </a:rPr>
              <a:t>Background: XRF</a:t>
            </a:r>
            <a:endParaRPr kumimoji="0" lang="en-US" sz="2800" b="0" i="0" u="none" strike="noStrike" kern="1200" cap="all" spc="200" normalizeH="0" baseline="0" noProof="0" dirty="0">
              <a:ln>
                <a:noFill/>
              </a:ln>
              <a:solidFill>
                <a:srgbClr val="262626"/>
              </a:solidFill>
              <a:effectLst/>
              <a:uLnTx/>
              <a:uFillTx/>
              <a:latin typeface="Gill Sans MT" panose="020B0502020104020203"/>
              <a:ea typeface="+mj-ea"/>
              <a:cs typeface="+mj-cs"/>
            </a:endParaRPr>
          </a:p>
        </p:txBody>
      </p:sp>
      <p:sp>
        <p:nvSpPr>
          <p:cNvPr id="2" name="TextBox 1">
            <a:extLst>
              <a:ext uri="{FF2B5EF4-FFF2-40B4-BE49-F238E27FC236}">
                <a16:creationId xmlns:a16="http://schemas.microsoft.com/office/drawing/2014/main" id="{4548DC42-5634-47B6-A7BE-209FF5408167}"/>
              </a:ext>
            </a:extLst>
          </p:cNvPr>
          <p:cNvSpPr txBox="1"/>
          <p:nvPr/>
        </p:nvSpPr>
        <p:spPr>
          <a:xfrm>
            <a:off x="114300" y="948500"/>
            <a:ext cx="7201418" cy="4520918"/>
          </a:xfrm>
          <a:prstGeom prst="rect">
            <a:avLst/>
          </a:prstGeom>
          <a:noFill/>
        </p:spPr>
        <p:txBody>
          <a:bodyPr wrap="square" rtlCol="0">
            <a:spAutoFit/>
          </a:bodyPr>
          <a:lstStyle/>
          <a:p>
            <a:pPr>
              <a:lnSpc>
                <a:spcPct val="250000"/>
              </a:lnSpc>
            </a:pPr>
            <a:r>
              <a:rPr lang="en-GB" sz="1600" b="1" dirty="0">
                <a:latin typeface="Gill Sans MT" panose="020B0502020104020203" pitchFamily="34" charset="0"/>
              </a:rPr>
              <a:t>Background</a:t>
            </a:r>
            <a:r>
              <a:rPr lang="en-GB" sz="1600" dirty="0">
                <a:latin typeface="Gill Sans MT" panose="020B0502020104020203" pitchFamily="34" charset="0"/>
              </a:rPr>
              <a:t> </a:t>
            </a:r>
          </a:p>
          <a:p>
            <a:pPr marL="742950" lvl="1" indent="-285750">
              <a:lnSpc>
                <a:spcPct val="200000"/>
              </a:lnSpc>
              <a:buFont typeface="Arial" panose="020B0604020202020204" pitchFamily="34" charset="0"/>
              <a:buChar char="•"/>
            </a:pPr>
            <a:r>
              <a:rPr lang="en-GB" sz="1400" b="1" dirty="0">
                <a:latin typeface="Gill Sans MT" panose="020B0502020104020203" pitchFamily="34" charset="0"/>
              </a:rPr>
              <a:t>Excitation</a:t>
            </a:r>
            <a:r>
              <a:rPr lang="en-GB" sz="1400" dirty="0">
                <a:latin typeface="Gill Sans MT" panose="020B0502020104020203" pitchFamily="34" charset="0"/>
              </a:rPr>
              <a:t>: High-energy X-rays strike the sample, ejecting inner-shell electrons.</a:t>
            </a:r>
          </a:p>
          <a:p>
            <a:pPr marL="742950" lvl="1" indent="-285750">
              <a:lnSpc>
                <a:spcPct val="200000"/>
              </a:lnSpc>
              <a:buFont typeface="Arial" panose="020B0604020202020204" pitchFamily="34" charset="0"/>
              <a:buChar char="•"/>
            </a:pPr>
            <a:r>
              <a:rPr lang="en-GB" sz="1400" b="1" dirty="0">
                <a:latin typeface="Gill Sans MT" panose="020B0502020104020203" pitchFamily="34" charset="0"/>
              </a:rPr>
              <a:t>Relaxation</a:t>
            </a:r>
            <a:r>
              <a:rPr lang="en-GB" sz="1400" dirty="0">
                <a:latin typeface="Gill Sans MT" panose="020B0502020104020203" pitchFamily="34" charset="0"/>
              </a:rPr>
              <a:t>: Electrons from higher energy levels fill the vacancies.</a:t>
            </a:r>
          </a:p>
          <a:p>
            <a:pPr marL="742950" lvl="1" indent="-285750">
              <a:lnSpc>
                <a:spcPct val="200000"/>
              </a:lnSpc>
              <a:buFont typeface="Arial" panose="020B0604020202020204" pitchFamily="34" charset="0"/>
              <a:buChar char="•"/>
            </a:pPr>
            <a:r>
              <a:rPr lang="en-GB" sz="1400" b="1" dirty="0">
                <a:latin typeface="Gill Sans MT" panose="020B0502020104020203" pitchFamily="34" charset="0"/>
              </a:rPr>
              <a:t>Emission</a:t>
            </a:r>
            <a:r>
              <a:rPr lang="en-GB" sz="1400" dirty="0">
                <a:latin typeface="Gill Sans MT" panose="020B0502020104020203" pitchFamily="34" charset="0"/>
              </a:rPr>
              <a:t>:  The energy difference is released as characteristic X-ray fluorescence.</a:t>
            </a:r>
          </a:p>
          <a:p>
            <a:pPr marL="742950" lvl="1" indent="-285750">
              <a:lnSpc>
                <a:spcPct val="200000"/>
              </a:lnSpc>
              <a:buFont typeface="Arial" panose="020B0604020202020204" pitchFamily="34" charset="0"/>
              <a:buChar char="•"/>
            </a:pPr>
            <a:r>
              <a:rPr lang="en-GB" sz="1400" b="1" dirty="0">
                <a:latin typeface="Gill Sans MT" panose="020B0502020104020203" pitchFamily="34" charset="0"/>
              </a:rPr>
              <a:t>Detection</a:t>
            </a:r>
            <a:r>
              <a:rPr lang="en-GB" sz="1400" dirty="0">
                <a:latin typeface="Gill Sans MT" panose="020B0502020104020203" pitchFamily="34" charset="0"/>
              </a:rPr>
              <a:t>:  A detector measures the emitted X-rays to identify and quantify elements.</a:t>
            </a:r>
          </a:p>
          <a:p>
            <a:pPr marL="742950" lvl="1" indent="-285750">
              <a:lnSpc>
                <a:spcPct val="200000"/>
              </a:lnSpc>
              <a:buFont typeface="Arial" panose="020B0604020202020204" pitchFamily="34" charset="0"/>
              <a:buChar char="•"/>
            </a:pPr>
            <a:r>
              <a:rPr lang="en-GB" sz="1400" b="1" dirty="0">
                <a:latin typeface="Gill Sans MT" panose="020B0502020104020203" pitchFamily="34" charset="0"/>
              </a:rPr>
              <a:t>Wavelength-Dispersive XRF (WDXRF): </a:t>
            </a:r>
            <a:r>
              <a:rPr lang="en-GB" sz="1400" dirty="0">
                <a:latin typeface="Gill Sans MT" panose="020B0502020104020203" pitchFamily="34" charset="0"/>
              </a:rPr>
              <a:t>Separates X-rays by wavelength using diffraction crystals for high precision and accuracy.</a:t>
            </a:r>
          </a:p>
          <a:p>
            <a:pPr marL="742950" lvl="1" indent="-285750">
              <a:lnSpc>
                <a:spcPct val="200000"/>
              </a:lnSpc>
              <a:buFont typeface="Arial" panose="020B0604020202020204" pitchFamily="34" charset="0"/>
              <a:buChar char="•"/>
            </a:pPr>
            <a:r>
              <a:rPr lang="en-GB" sz="1400" b="1" dirty="0">
                <a:latin typeface="Gill Sans MT" panose="020B0502020104020203" pitchFamily="34" charset="0"/>
              </a:rPr>
              <a:t>Energy-Dispersive XRF (EDXRF): </a:t>
            </a:r>
            <a:r>
              <a:rPr lang="en-GB" sz="1400" dirty="0">
                <a:latin typeface="Gill Sans MT" panose="020B0502020104020203" pitchFamily="34" charset="0"/>
              </a:rPr>
              <a:t>Measures the energy of emitted X-rays using solid-state detectors for faster, simpler analysis.</a:t>
            </a:r>
          </a:p>
        </p:txBody>
      </p:sp>
      <p:pic>
        <p:nvPicPr>
          <p:cNvPr id="5" name="Picture 4">
            <a:extLst>
              <a:ext uri="{FF2B5EF4-FFF2-40B4-BE49-F238E27FC236}">
                <a16:creationId xmlns:a16="http://schemas.microsoft.com/office/drawing/2014/main" id="{A8CEDA12-BAB7-4CF8-BCFC-9039D51C2AF8}"/>
              </a:ext>
            </a:extLst>
          </p:cNvPr>
          <p:cNvPicPr>
            <a:picLocks noChangeAspect="1"/>
          </p:cNvPicPr>
          <p:nvPr/>
        </p:nvPicPr>
        <p:blipFill>
          <a:blip r:embed="rId2"/>
          <a:stretch>
            <a:fillRect/>
          </a:stretch>
        </p:blipFill>
        <p:spPr>
          <a:xfrm>
            <a:off x="7699766" y="948500"/>
            <a:ext cx="2965097" cy="2480500"/>
          </a:xfrm>
          <a:prstGeom prst="rect">
            <a:avLst/>
          </a:prstGeom>
        </p:spPr>
      </p:pic>
      <p:pic>
        <p:nvPicPr>
          <p:cNvPr id="9" name="Picture 8">
            <a:extLst>
              <a:ext uri="{FF2B5EF4-FFF2-40B4-BE49-F238E27FC236}">
                <a16:creationId xmlns:a16="http://schemas.microsoft.com/office/drawing/2014/main" id="{47BAF8E0-CCBC-4CB2-A0AC-BA7A83CAE9A5}"/>
              </a:ext>
            </a:extLst>
          </p:cNvPr>
          <p:cNvPicPr>
            <a:picLocks noChangeAspect="1"/>
          </p:cNvPicPr>
          <p:nvPr/>
        </p:nvPicPr>
        <p:blipFill>
          <a:blip r:embed="rId3"/>
          <a:stretch>
            <a:fillRect/>
          </a:stretch>
        </p:blipFill>
        <p:spPr>
          <a:xfrm rot="5400000">
            <a:off x="7833379" y="3687419"/>
            <a:ext cx="2697873" cy="2965097"/>
          </a:xfrm>
          <a:prstGeom prst="rect">
            <a:avLst/>
          </a:prstGeom>
        </p:spPr>
      </p:pic>
      <p:sp>
        <p:nvSpPr>
          <p:cNvPr id="7" name="TextBox 6">
            <a:extLst>
              <a:ext uri="{FF2B5EF4-FFF2-40B4-BE49-F238E27FC236}">
                <a16:creationId xmlns:a16="http://schemas.microsoft.com/office/drawing/2014/main" id="{B4446D3C-F404-4CD1-A7D2-ED8BD51E1953}"/>
              </a:ext>
            </a:extLst>
          </p:cNvPr>
          <p:cNvSpPr txBox="1"/>
          <p:nvPr/>
        </p:nvSpPr>
        <p:spPr>
          <a:xfrm>
            <a:off x="7699766" y="3486516"/>
            <a:ext cx="2495550" cy="276999"/>
          </a:xfrm>
          <a:prstGeom prst="rect">
            <a:avLst/>
          </a:prstGeom>
          <a:noFill/>
        </p:spPr>
        <p:txBody>
          <a:bodyPr wrap="square" rtlCol="0">
            <a:spAutoFit/>
          </a:bodyPr>
          <a:lstStyle/>
          <a:p>
            <a:r>
              <a:rPr lang="en-GB" sz="1200" dirty="0">
                <a:latin typeface="Gill Sans MT" panose="020B0502020104020203" pitchFamily="34" charset="0"/>
              </a:rPr>
              <a:t>Figure 11: Auto-fluxing instrument</a:t>
            </a:r>
          </a:p>
        </p:txBody>
      </p:sp>
      <p:sp>
        <p:nvSpPr>
          <p:cNvPr id="8" name="TextBox 7">
            <a:extLst>
              <a:ext uri="{FF2B5EF4-FFF2-40B4-BE49-F238E27FC236}">
                <a16:creationId xmlns:a16="http://schemas.microsoft.com/office/drawing/2014/main" id="{23660A08-FDF1-460E-AF46-B1A3765F63D9}"/>
              </a:ext>
            </a:extLst>
          </p:cNvPr>
          <p:cNvSpPr txBox="1"/>
          <p:nvPr/>
        </p:nvSpPr>
        <p:spPr>
          <a:xfrm>
            <a:off x="7673848" y="6564836"/>
            <a:ext cx="2495550" cy="276999"/>
          </a:xfrm>
          <a:prstGeom prst="rect">
            <a:avLst/>
          </a:prstGeom>
          <a:noFill/>
        </p:spPr>
        <p:txBody>
          <a:bodyPr wrap="square" rtlCol="0">
            <a:spAutoFit/>
          </a:bodyPr>
          <a:lstStyle/>
          <a:p>
            <a:r>
              <a:rPr lang="en-GB" sz="1200" dirty="0">
                <a:latin typeface="Gill Sans MT" panose="020B0502020104020203" pitchFamily="34" charset="0"/>
              </a:rPr>
              <a:t>Figure 12:  XRF equipment</a:t>
            </a:r>
          </a:p>
        </p:txBody>
      </p:sp>
    </p:spTree>
    <p:extLst>
      <p:ext uri="{BB962C8B-B14F-4D97-AF65-F5344CB8AC3E}">
        <p14:creationId xmlns:p14="http://schemas.microsoft.com/office/powerpoint/2010/main" val="492656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EB619BFB-66F4-4BDB-B6E9-294BBC6E7B6C}"/>
              </a:ext>
            </a:extLst>
          </p:cNvPr>
          <p:cNvSpPr txBox="1">
            <a:spLocks/>
          </p:cNvSpPr>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defPPr>
              <a:defRPr lang="en-US"/>
            </a:defPPr>
            <a:lvl1pPr marL="0" algn="ctr" defTabSz="457200" rtl="0" eaLnBrk="1" latinLnBrk="0" hangingPunct="1">
              <a:defRPr sz="1100" kern="1200" spc="0"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pPr>
            <a:fld id="{330EA680-D336-4FF7-8B7A-9848BB0A1C32}" type="slidenum">
              <a:rPr lang="en-US" smtClean="0">
                <a:latin typeface="Gill Sans MT" panose="020B0502020104020203"/>
              </a:rPr>
              <a:pPr fontAlgn="auto">
                <a:spcBef>
                  <a:spcPts val="0"/>
                </a:spcBef>
                <a:spcAft>
                  <a:spcPts val="0"/>
                </a:spcAft>
              </a:pPr>
              <a:t>8</a:t>
            </a:fld>
            <a:endParaRPr lang="en-US">
              <a:latin typeface="Gill Sans MT" panose="020B0502020104020203"/>
            </a:endParaRPr>
          </a:p>
        </p:txBody>
      </p:sp>
      <p:sp>
        <p:nvSpPr>
          <p:cNvPr id="13" name="Title 1">
            <a:extLst>
              <a:ext uri="{FF2B5EF4-FFF2-40B4-BE49-F238E27FC236}">
                <a16:creationId xmlns:a16="http://schemas.microsoft.com/office/drawing/2014/main" id="{EF957102-2050-47BD-847D-4FE121258C34}"/>
              </a:ext>
            </a:extLst>
          </p:cNvPr>
          <p:cNvSpPr txBox="1">
            <a:spLocks/>
          </p:cNvSpPr>
          <p:nvPr/>
        </p:nvSpPr>
        <p:spPr bwMode="black">
          <a:xfrm>
            <a:off x="508488" y="0"/>
            <a:ext cx="11175023" cy="739904"/>
          </a:xfrm>
          <a:prstGeom prst="rect">
            <a:avLst/>
          </a:prstGeom>
          <a:solidFill>
            <a:srgbClr val="FFFFFF"/>
          </a:solidFill>
          <a:ln w="31750" cap="sq">
            <a:solidFill>
              <a:srgbClr val="404040"/>
            </a:solidFill>
            <a:miter lim="800000"/>
          </a:ln>
        </p:spPr>
        <p:txBody>
          <a:bodyPr vert="horz" lIns="182880" tIns="182880" rIns="182880" bIns="182880" rtlCol="0" anchor="ctr">
            <a:normAutofit fontScale="975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latin typeface="Gill Sans MT" panose="020B0502020104020203"/>
              </a:rPr>
              <a:t>RESULTS: XRF</a:t>
            </a:r>
            <a:endParaRPr kumimoji="0" lang="en-US" sz="2800" b="0" i="0" u="none" strike="noStrike" kern="1200" cap="all" spc="200" normalizeH="0" baseline="0" noProof="0" dirty="0">
              <a:ln>
                <a:noFill/>
              </a:ln>
              <a:solidFill>
                <a:srgbClr val="262626"/>
              </a:solidFill>
              <a:effectLst/>
              <a:uLnTx/>
              <a:uFillTx/>
              <a:latin typeface="Gill Sans MT" panose="020B0502020104020203"/>
              <a:ea typeface="+mj-ea"/>
              <a:cs typeface="+mj-cs"/>
            </a:endParaRPr>
          </a:p>
        </p:txBody>
      </p:sp>
      <p:graphicFrame>
        <p:nvGraphicFramePr>
          <p:cNvPr id="4" name="Table 4">
            <a:extLst>
              <a:ext uri="{FF2B5EF4-FFF2-40B4-BE49-F238E27FC236}">
                <a16:creationId xmlns:a16="http://schemas.microsoft.com/office/drawing/2014/main" id="{5056510B-A708-46FF-A740-B27926B03E33}"/>
              </a:ext>
            </a:extLst>
          </p:cNvPr>
          <p:cNvGraphicFramePr>
            <a:graphicFrameLocks noGrp="1"/>
          </p:cNvGraphicFramePr>
          <p:nvPr>
            <p:extLst>
              <p:ext uri="{D42A27DB-BD31-4B8C-83A1-F6EECF244321}">
                <p14:modId xmlns:p14="http://schemas.microsoft.com/office/powerpoint/2010/main" val="983747512"/>
              </p:ext>
            </p:extLst>
          </p:nvPr>
        </p:nvGraphicFramePr>
        <p:xfrm>
          <a:off x="68836" y="822960"/>
          <a:ext cx="3296665" cy="5760720"/>
        </p:xfrm>
        <a:graphic>
          <a:graphicData uri="http://schemas.openxmlformats.org/drawingml/2006/table">
            <a:tbl>
              <a:tblPr firstRow="1" bandRow="1">
                <a:tableStyleId>{7DF18680-E054-41AD-8BC1-D1AEF772440D}</a:tableStyleId>
              </a:tblPr>
              <a:tblGrid>
                <a:gridCol w="1710339">
                  <a:extLst>
                    <a:ext uri="{9D8B030D-6E8A-4147-A177-3AD203B41FA5}">
                      <a16:colId xmlns:a16="http://schemas.microsoft.com/office/drawing/2014/main" val="1823222026"/>
                    </a:ext>
                  </a:extLst>
                </a:gridCol>
                <a:gridCol w="1586326">
                  <a:extLst>
                    <a:ext uri="{9D8B030D-6E8A-4147-A177-3AD203B41FA5}">
                      <a16:colId xmlns:a16="http://schemas.microsoft.com/office/drawing/2014/main" val="3328466303"/>
                    </a:ext>
                  </a:extLst>
                </a:gridCol>
              </a:tblGrid>
              <a:tr h="606392">
                <a:tc>
                  <a:txBody>
                    <a:bodyPr/>
                    <a:lstStyle/>
                    <a:p>
                      <a:pPr algn="ctr"/>
                      <a:r>
                        <a:rPr lang="en-GB" dirty="0">
                          <a:latin typeface="Gill Sans MT" panose="020B0502020104020203" pitchFamily="34" charset="0"/>
                        </a:rPr>
                        <a:t>Composition </a:t>
                      </a:r>
                    </a:p>
                  </a:txBody>
                  <a:tcPr/>
                </a:tc>
                <a:tc>
                  <a:txBody>
                    <a:bodyPr/>
                    <a:lstStyle/>
                    <a:p>
                      <a:pPr algn="ctr"/>
                      <a:r>
                        <a:rPr lang="en-GB" dirty="0">
                          <a:latin typeface="Gill Sans MT" panose="020B0502020104020203" pitchFamily="34" charset="0"/>
                        </a:rPr>
                        <a:t>Composite Cement</a:t>
                      </a:r>
                    </a:p>
                  </a:txBody>
                  <a:tcPr/>
                </a:tc>
                <a:extLst>
                  <a:ext uri="{0D108BD9-81ED-4DB2-BD59-A6C34878D82A}">
                    <a16:rowId xmlns:a16="http://schemas.microsoft.com/office/drawing/2014/main" val="892599369"/>
                  </a:ext>
                </a:extLst>
              </a:tr>
              <a:tr h="346510">
                <a:tc>
                  <a:txBody>
                    <a:bodyPr/>
                    <a:lstStyle/>
                    <a:p>
                      <a:pPr algn="ctr"/>
                      <a:r>
                        <a:rPr lang="en-GB" dirty="0">
                          <a:latin typeface="Gill Sans MT" panose="020B0502020104020203" pitchFamily="34" charset="0"/>
                        </a:rPr>
                        <a:t>Na</a:t>
                      </a:r>
                      <a:r>
                        <a:rPr lang="en-GB" baseline="-25000" dirty="0">
                          <a:latin typeface="Gill Sans MT" panose="020B0502020104020203" pitchFamily="34" charset="0"/>
                        </a:rPr>
                        <a:t>2</a:t>
                      </a:r>
                      <a:r>
                        <a:rPr lang="en-GB" dirty="0">
                          <a:latin typeface="Gill Sans MT" panose="020B0502020104020203" pitchFamily="34" charset="0"/>
                        </a:rPr>
                        <a:t>O (mass %)</a:t>
                      </a:r>
                    </a:p>
                  </a:txBody>
                  <a:tcPr/>
                </a:tc>
                <a:tc>
                  <a:txBody>
                    <a:bodyPr/>
                    <a:lstStyle/>
                    <a:p>
                      <a:pPr algn="ctr"/>
                      <a:r>
                        <a:rPr lang="en-GB" dirty="0">
                          <a:latin typeface="Gill Sans MT" panose="020B0502020104020203" pitchFamily="34" charset="0"/>
                        </a:rPr>
                        <a:t>0.19</a:t>
                      </a:r>
                    </a:p>
                  </a:txBody>
                  <a:tcPr/>
                </a:tc>
                <a:extLst>
                  <a:ext uri="{0D108BD9-81ED-4DB2-BD59-A6C34878D82A}">
                    <a16:rowId xmlns:a16="http://schemas.microsoft.com/office/drawing/2014/main" val="2352642561"/>
                  </a:ext>
                </a:extLst>
              </a:tr>
              <a:tr h="346510">
                <a:tc>
                  <a:txBody>
                    <a:bodyPr/>
                    <a:lstStyle/>
                    <a:p>
                      <a:pPr algn="ctr"/>
                      <a:r>
                        <a:rPr lang="en-GB" dirty="0">
                          <a:latin typeface="Gill Sans MT" panose="020B0502020104020203" pitchFamily="34" charset="0"/>
                        </a:rPr>
                        <a:t>MgO (mass %)</a:t>
                      </a:r>
                    </a:p>
                  </a:txBody>
                  <a:tcPr/>
                </a:tc>
                <a:tc>
                  <a:txBody>
                    <a:bodyPr/>
                    <a:lstStyle/>
                    <a:p>
                      <a:pPr algn="ctr"/>
                      <a:r>
                        <a:rPr lang="en-GB" dirty="0">
                          <a:latin typeface="Gill Sans MT" panose="020B0502020104020203" pitchFamily="34" charset="0"/>
                        </a:rPr>
                        <a:t>3.82</a:t>
                      </a:r>
                    </a:p>
                  </a:txBody>
                  <a:tcPr/>
                </a:tc>
                <a:extLst>
                  <a:ext uri="{0D108BD9-81ED-4DB2-BD59-A6C34878D82A}">
                    <a16:rowId xmlns:a16="http://schemas.microsoft.com/office/drawing/2014/main" val="4032448940"/>
                  </a:ext>
                </a:extLst>
              </a:tr>
              <a:tr h="346510">
                <a:tc>
                  <a:txBody>
                    <a:bodyPr/>
                    <a:lstStyle/>
                    <a:p>
                      <a:pPr algn="ctr"/>
                      <a:r>
                        <a:rPr lang="en-GB" dirty="0">
                          <a:latin typeface="Gill Sans MT" panose="020B0502020104020203" pitchFamily="34" charset="0"/>
                        </a:rPr>
                        <a:t>Al</a:t>
                      </a:r>
                      <a:r>
                        <a:rPr lang="en-GB" baseline="-25000" dirty="0">
                          <a:latin typeface="Gill Sans MT" panose="020B0502020104020203" pitchFamily="34" charset="0"/>
                        </a:rPr>
                        <a:t>2</a:t>
                      </a:r>
                      <a:r>
                        <a:rPr lang="en-GB" dirty="0">
                          <a:latin typeface="Gill Sans MT" panose="020B0502020104020203" pitchFamily="34" charset="0"/>
                        </a:rPr>
                        <a:t>O</a:t>
                      </a:r>
                      <a:r>
                        <a:rPr lang="en-GB" baseline="-25000" dirty="0">
                          <a:latin typeface="Gill Sans MT" panose="020B0502020104020203" pitchFamily="34" charset="0"/>
                        </a:rPr>
                        <a:t>3</a:t>
                      </a:r>
                      <a:r>
                        <a:rPr lang="en-GB" dirty="0">
                          <a:latin typeface="Gill Sans MT" panose="020B0502020104020203" pitchFamily="34" charset="0"/>
                        </a:rPr>
                        <a:t> (mass %)</a:t>
                      </a:r>
                    </a:p>
                  </a:txBody>
                  <a:tcPr/>
                </a:tc>
                <a:tc>
                  <a:txBody>
                    <a:bodyPr/>
                    <a:lstStyle/>
                    <a:p>
                      <a:pPr algn="ctr"/>
                      <a:r>
                        <a:rPr lang="en-GB" dirty="0">
                          <a:latin typeface="Gill Sans MT" panose="020B0502020104020203" pitchFamily="34" charset="0"/>
                        </a:rPr>
                        <a:t>4.94</a:t>
                      </a:r>
                    </a:p>
                  </a:txBody>
                  <a:tcPr/>
                </a:tc>
                <a:extLst>
                  <a:ext uri="{0D108BD9-81ED-4DB2-BD59-A6C34878D82A}">
                    <a16:rowId xmlns:a16="http://schemas.microsoft.com/office/drawing/2014/main" val="3162823200"/>
                  </a:ext>
                </a:extLst>
              </a:tr>
              <a:tr h="346510">
                <a:tc>
                  <a:txBody>
                    <a:bodyPr/>
                    <a:lstStyle/>
                    <a:p>
                      <a:pPr algn="ctr"/>
                      <a:r>
                        <a:rPr lang="en-GB" dirty="0">
                          <a:latin typeface="Gill Sans MT" panose="020B0502020104020203" pitchFamily="34" charset="0"/>
                        </a:rPr>
                        <a:t>SiO</a:t>
                      </a:r>
                      <a:r>
                        <a:rPr lang="en-GB" baseline="-25000" dirty="0">
                          <a:latin typeface="Gill Sans MT" panose="020B0502020104020203" pitchFamily="34" charset="0"/>
                        </a:rPr>
                        <a:t>2</a:t>
                      </a:r>
                      <a:r>
                        <a:rPr lang="en-GB" dirty="0">
                          <a:latin typeface="Gill Sans MT" panose="020B0502020104020203" pitchFamily="34" charset="0"/>
                        </a:rPr>
                        <a:t> (mass %)</a:t>
                      </a:r>
                    </a:p>
                  </a:txBody>
                  <a:tcPr/>
                </a:tc>
                <a:tc>
                  <a:txBody>
                    <a:bodyPr/>
                    <a:lstStyle/>
                    <a:p>
                      <a:pPr algn="ctr"/>
                      <a:r>
                        <a:rPr lang="en-GB" dirty="0">
                          <a:latin typeface="Gill Sans MT" panose="020B0502020104020203" pitchFamily="34" charset="0"/>
                        </a:rPr>
                        <a:t>20.37</a:t>
                      </a:r>
                    </a:p>
                  </a:txBody>
                  <a:tcPr/>
                </a:tc>
                <a:extLst>
                  <a:ext uri="{0D108BD9-81ED-4DB2-BD59-A6C34878D82A}">
                    <a16:rowId xmlns:a16="http://schemas.microsoft.com/office/drawing/2014/main" val="2567547705"/>
                  </a:ext>
                </a:extLst>
              </a:tr>
              <a:tr h="346510">
                <a:tc>
                  <a:txBody>
                    <a:bodyPr/>
                    <a:lstStyle/>
                    <a:p>
                      <a:pPr algn="ctr"/>
                      <a:r>
                        <a:rPr lang="en-GB" dirty="0">
                          <a:latin typeface="Gill Sans MT" panose="020B0502020104020203" pitchFamily="34" charset="0"/>
                        </a:rPr>
                        <a:t>P</a:t>
                      </a:r>
                      <a:r>
                        <a:rPr lang="en-GB" baseline="-25000" dirty="0">
                          <a:latin typeface="Gill Sans MT" panose="020B0502020104020203" pitchFamily="34" charset="0"/>
                        </a:rPr>
                        <a:t>2</a:t>
                      </a:r>
                      <a:r>
                        <a:rPr lang="en-GB" dirty="0">
                          <a:latin typeface="Gill Sans MT" panose="020B0502020104020203" pitchFamily="34" charset="0"/>
                        </a:rPr>
                        <a:t>O</a:t>
                      </a:r>
                      <a:r>
                        <a:rPr lang="en-GB" baseline="-25000" dirty="0">
                          <a:latin typeface="Gill Sans MT" panose="020B0502020104020203" pitchFamily="34" charset="0"/>
                        </a:rPr>
                        <a:t>5</a:t>
                      </a:r>
                      <a:r>
                        <a:rPr lang="en-GB" dirty="0">
                          <a:latin typeface="Gill Sans MT" panose="020B0502020104020203" pitchFamily="34" charset="0"/>
                        </a:rPr>
                        <a:t> (mass %)</a:t>
                      </a:r>
                    </a:p>
                  </a:txBody>
                  <a:tcPr/>
                </a:tc>
                <a:tc>
                  <a:txBody>
                    <a:bodyPr/>
                    <a:lstStyle/>
                    <a:p>
                      <a:pPr algn="ctr"/>
                      <a:r>
                        <a:rPr lang="en-GB" dirty="0">
                          <a:latin typeface="Gill Sans MT" panose="020B0502020104020203" pitchFamily="34" charset="0"/>
                        </a:rPr>
                        <a:t>0.07</a:t>
                      </a:r>
                    </a:p>
                  </a:txBody>
                  <a:tcPr/>
                </a:tc>
                <a:extLst>
                  <a:ext uri="{0D108BD9-81ED-4DB2-BD59-A6C34878D82A}">
                    <a16:rowId xmlns:a16="http://schemas.microsoft.com/office/drawing/2014/main" val="3911812504"/>
                  </a:ext>
                </a:extLst>
              </a:tr>
              <a:tr h="346510">
                <a:tc>
                  <a:txBody>
                    <a:bodyPr/>
                    <a:lstStyle/>
                    <a:p>
                      <a:pPr algn="ctr"/>
                      <a:r>
                        <a:rPr lang="en-GB" dirty="0">
                          <a:latin typeface="Gill Sans MT" panose="020B0502020104020203" pitchFamily="34" charset="0"/>
                        </a:rPr>
                        <a:t>SO</a:t>
                      </a:r>
                      <a:r>
                        <a:rPr lang="en-GB" baseline="-25000" dirty="0">
                          <a:latin typeface="Gill Sans MT" panose="020B0502020104020203" pitchFamily="34" charset="0"/>
                        </a:rPr>
                        <a:t>3</a:t>
                      </a:r>
                      <a:r>
                        <a:rPr lang="en-GB" dirty="0">
                          <a:latin typeface="Gill Sans MT" panose="020B0502020104020203" pitchFamily="34" charset="0"/>
                        </a:rPr>
                        <a:t> (mass %)</a:t>
                      </a:r>
                    </a:p>
                  </a:txBody>
                  <a:tcPr/>
                </a:tc>
                <a:tc>
                  <a:txBody>
                    <a:bodyPr/>
                    <a:lstStyle/>
                    <a:p>
                      <a:pPr algn="ctr"/>
                      <a:r>
                        <a:rPr lang="en-GB" dirty="0">
                          <a:latin typeface="Gill Sans MT" panose="020B0502020104020203" pitchFamily="34" charset="0"/>
                        </a:rPr>
                        <a:t>3.97</a:t>
                      </a:r>
                    </a:p>
                  </a:txBody>
                  <a:tcPr/>
                </a:tc>
                <a:extLst>
                  <a:ext uri="{0D108BD9-81ED-4DB2-BD59-A6C34878D82A}">
                    <a16:rowId xmlns:a16="http://schemas.microsoft.com/office/drawing/2014/main" val="1047310952"/>
                  </a:ext>
                </a:extLst>
              </a:tr>
              <a:tr h="346510">
                <a:tc>
                  <a:txBody>
                    <a:bodyPr/>
                    <a:lstStyle/>
                    <a:p>
                      <a:pPr algn="ctr"/>
                      <a:r>
                        <a:rPr lang="en-GB" dirty="0">
                          <a:latin typeface="Gill Sans MT" panose="020B0502020104020203" pitchFamily="34" charset="0"/>
                        </a:rPr>
                        <a:t>K</a:t>
                      </a:r>
                      <a:r>
                        <a:rPr lang="en-GB" baseline="-25000" dirty="0">
                          <a:latin typeface="Gill Sans MT" panose="020B0502020104020203" pitchFamily="34" charset="0"/>
                        </a:rPr>
                        <a:t>2</a:t>
                      </a:r>
                      <a:r>
                        <a:rPr lang="en-GB" dirty="0">
                          <a:latin typeface="Gill Sans MT" panose="020B0502020104020203" pitchFamily="34" charset="0"/>
                        </a:rPr>
                        <a:t>O (mass %)</a:t>
                      </a:r>
                    </a:p>
                  </a:txBody>
                  <a:tcPr/>
                </a:tc>
                <a:tc>
                  <a:txBody>
                    <a:bodyPr/>
                    <a:lstStyle/>
                    <a:p>
                      <a:pPr algn="ctr"/>
                      <a:r>
                        <a:rPr lang="en-GB" dirty="0">
                          <a:latin typeface="Gill Sans MT" panose="020B0502020104020203" pitchFamily="34" charset="0"/>
                        </a:rPr>
                        <a:t>1.15</a:t>
                      </a:r>
                    </a:p>
                  </a:txBody>
                  <a:tcPr/>
                </a:tc>
                <a:extLst>
                  <a:ext uri="{0D108BD9-81ED-4DB2-BD59-A6C34878D82A}">
                    <a16:rowId xmlns:a16="http://schemas.microsoft.com/office/drawing/2014/main" val="3801910842"/>
                  </a:ext>
                </a:extLst>
              </a:tr>
              <a:tr h="346510">
                <a:tc>
                  <a:txBody>
                    <a:bodyPr/>
                    <a:lstStyle/>
                    <a:p>
                      <a:pPr algn="ctr"/>
                      <a:r>
                        <a:rPr lang="en-GB" dirty="0">
                          <a:latin typeface="Gill Sans MT" panose="020B0502020104020203" pitchFamily="34" charset="0"/>
                        </a:rPr>
                        <a:t>CaO (mass %)</a:t>
                      </a:r>
                    </a:p>
                  </a:txBody>
                  <a:tcPr/>
                </a:tc>
                <a:tc>
                  <a:txBody>
                    <a:bodyPr/>
                    <a:lstStyle/>
                    <a:p>
                      <a:pPr algn="ctr"/>
                      <a:r>
                        <a:rPr lang="en-GB" dirty="0">
                          <a:latin typeface="Gill Sans MT" panose="020B0502020104020203" pitchFamily="34" charset="0"/>
                        </a:rPr>
                        <a:t>59.43</a:t>
                      </a:r>
                    </a:p>
                  </a:txBody>
                  <a:tcPr/>
                </a:tc>
                <a:extLst>
                  <a:ext uri="{0D108BD9-81ED-4DB2-BD59-A6C34878D82A}">
                    <a16:rowId xmlns:a16="http://schemas.microsoft.com/office/drawing/2014/main" val="3691571183"/>
                  </a:ext>
                </a:extLst>
              </a:tr>
              <a:tr h="346510">
                <a:tc>
                  <a:txBody>
                    <a:bodyPr/>
                    <a:lstStyle/>
                    <a:p>
                      <a:pPr algn="ctr"/>
                      <a:r>
                        <a:rPr lang="en-GB" dirty="0">
                          <a:latin typeface="Gill Sans MT" panose="020B0502020104020203" pitchFamily="34" charset="0"/>
                        </a:rPr>
                        <a:t>TiO</a:t>
                      </a:r>
                      <a:r>
                        <a:rPr lang="en-GB" baseline="-25000" dirty="0">
                          <a:latin typeface="Gill Sans MT" panose="020B0502020104020203" pitchFamily="34" charset="0"/>
                        </a:rPr>
                        <a:t>2</a:t>
                      </a:r>
                      <a:r>
                        <a:rPr lang="en-GB" dirty="0">
                          <a:latin typeface="Gill Sans MT" panose="020B0502020104020203" pitchFamily="34" charset="0"/>
                        </a:rPr>
                        <a:t> (mass %)</a:t>
                      </a:r>
                    </a:p>
                  </a:txBody>
                  <a:tcPr/>
                </a:tc>
                <a:tc>
                  <a:txBody>
                    <a:bodyPr/>
                    <a:lstStyle/>
                    <a:p>
                      <a:pPr algn="ctr"/>
                      <a:r>
                        <a:rPr lang="en-GB" dirty="0">
                          <a:latin typeface="Gill Sans MT" panose="020B0502020104020203" pitchFamily="34" charset="0"/>
                        </a:rPr>
                        <a:t>0.39</a:t>
                      </a:r>
                    </a:p>
                  </a:txBody>
                  <a:tcPr/>
                </a:tc>
                <a:extLst>
                  <a:ext uri="{0D108BD9-81ED-4DB2-BD59-A6C34878D82A}">
                    <a16:rowId xmlns:a16="http://schemas.microsoft.com/office/drawing/2014/main" val="2745165899"/>
                  </a:ext>
                </a:extLst>
              </a:tr>
              <a:tr h="346510">
                <a:tc>
                  <a:txBody>
                    <a:bodyPr/>
                    <a:lstStyle/>
                    <a:p>
                      <a:pPr algn="ctr"/>
                      <a:r>
                        <a:rPr lang="en-GB" dirty="0">
                          <a:latin typeface="Gill Sans MT" panose="020B0502020104020203" pitchFamily="34" charset="0"/>
                        </a:rPr>
                        <a:t>Cr</a:t>
                      </a:r>
                      <a:r>
                        <a:rPr lang="en-GB" baseline="-25000" dirty="0">
                          <a:latin typeface="Gill Sans MT" panose="020B0502020104020203" pitchFamily="34" charset="0"/>
                        </a:rPr>
                        <a:t>2</a:t>
                      </a:r>
                      <a:r>
                        <a:rPr lang="en-GB" dirty="0">
                          <a:latin typeface="Gill Sans MT" panose="020B0502020104020203" pitchFamily="34" charset="0"/>
                        </a:rPr>
                        <a:t>O</a:t>
                      </a:r>
                      <a:r>
                        <a:rPr lang="en-GB" baseline="-25000" dirty="0">
                          <a:latin typeface="Gill Sans MT" panose="020B0502020104020203" pitchFamily="34" charset="0"/>
                        </a:rPr>
                        <a:t>3</a:t>
                      </a:r>
                      <a:r>
                        <a:rPr lang="en-GB" dirty="0">
                          <a:latin typeface="Gill Sans MT" panose="020B0502020104020203" pitchFamily="34" charset="0"/>
                        </a:rPr>
                        <a:t> (mass %)</a:t>
                      </a:r>
                    </a:p>
                  </a:txBody>
                  <a:tcPr/>
                </a:tc>
                <a:tc>
                  <a:txBody>
                    <a:bodyPr/>
                    <a:lstStyle/>
                    <a:p>
                      <a:pPr algn="ctr"/>
                      <a:r>
                        <a:rPr lang="en-GB" dirty="0">
                          <a:latin typeface="Gill Sans MT" panose="020B0502020104020203" pitchFamily="34" charset="0"/>
                        </a:rPr>
                        <a:t>0.007</a:t>
                      </a:r>
                    </a:p>
                  </a:txBody>
                  <a:tcPr/>
                </a:tc>
                <a:extLst>
                  <a:ext uri="{0D108BD9-81ED-4DB2-BD59-A6C34878D82A}">
                    <a16:rowId xmlns:a16="http://schemas.microsoft.com/office/drawing/2014/main" val="4230978424"/>
                  </a:ext>
                </a:extLst>
              </a:tr>
              <a:tr h="346510">
                <a:tc>
                  <a:txBody>
                    <a:bodyPr/>
                    <a:lstStyle/>
                    <a:p>
                      <a:pPr algn="ctr"/>
                      <a:r>
                        <a:rPr lang="en-GB" dirty="0">
                          <a:latin typeface="Gill Sans MT" panose="020B0502020104020203" pitchFamily="34" charset="0"/>
                        </a:rPr>
                        <a:t>Mn</a:t>
                      </a:r>
                      <a:r>
                        <a:rPr lang="en-GB" baseline="-25000" dirty="0">
                          <a:latin typeface="Gill Sans MT" panose="020B0502020104020203" pitchFamily="34" charset="0"/>
                        </a:rPr>
                        <a:t>2</a:t>
                      </a:r>
                      <a:r>
                        <a:rPr lang="en-GB" dirty="0">
                          <a:latin typeface="Gill Sans MT" panose="020B0502020104020203" pitchFamily="34" charset="0"/>
                        </a:rPr>
                        <a:t>O</a:t>
                      </a:r>
                      <a:r>
                        <a:rPr lang="en-GB" baseline="-25000" dirty="0">
                          <a:latin typeface="Gill Sans MT" panose="020B0502020104020203" pitchFamily="34" charset="0"/>
                        </a:rPr>
                        <a:t>3</a:t>
                      </a:r>
                      <a:r>
                        <a:rPr lang="en-GB" dirty="0">
                          <a:latin typeface="Gill Sans MT" panose="020B0502020104020203" pitchFamily="34" charset="0"/>
                        </a:rPr>
                        <a:t> (mass %)</a:t>
                      </a:r>
                    </a:p>
                  </a:txBody>
                  <a:tcPr/>
                </a:tc>
                <a:tc>
                  <a:txBody>
                    <a:bodyPr/>
                    <a:lstStyle/>
                    <a:p>
                      <a:pPr algn="ctr"/>
                      <a:r>
                        <a:rPr lang="en-GB" dirty="0">
                          <a:latin typeface="Gill Sans MT" panose="020B0502020104020203" pitchFamily="34" charset="0"/>
                        </a:rPr>
                        <a:t>0.09</a:t>
                      </a:r>
                    </a:p>
                  </a:txBody>
                  <a:tcPr/>
                </a:tc>
                <a:extLst>
                  <a:ext uri="{0D108BD9-81ED-4DB2-BD59-A6C34878D82A}">
                    <a16:rowId xmlns:a16="http://schemas.microsoft.com/office/drawing/2014/main" val="2379463196"/>
                  </a:ext>
                </a:extLst>
              </a:tr>
              <a:tr h="346510">
                <a:tc>
                  <a:txBody>
                    <a:bodyPr/>
                    <a:lstStyle/>
                    <a:p>
                      <a:pPr algn="ctr"/>
                      <a:r>
                        <a:rPr lang="en-GB" dirty="0">
                          <a:latin typeface="Gill Sans MT" panose="020B0502020104020203" pitchFamily="34" charset="0"/>
                        </a:rPr>
                        <a:t>Fe</a:t>
                      </a:r>
                      <a:r>
                        <a:rPr lang="en-GB" baseline="-25000" dirty="0">
                          <a:latin typeface="Gill Sans MT" panose="020B0502020104020203" pitchFamily="34" charset="0"/>
                        </a:rPr>
                        <a:t>2</a:t>
                      </a:r>
                      <a:r>
                        <a:rPr lang="en-GB" dirty="0">
                          <a:latin typeface="Gill Sans MT" panose="020B0502020104020203" pitchFamily="34" charset="0"/>
                        </a:rPr>
                        <a:t>O</a:t>
                      </a:r>
                      <a:r>
                        <a:rPr lang="en-GB" baseline="-25000" dirty="0">
                          <a:latin typeface="Gill Sans MT" panose="020B0502020104020203" pitchFamily="34" charset="0"/>
                        </a:rPr>
                        <a:t>3</a:t>
                      </a:r>
                      <a:r>
                        <a:rPr lang="en-GB" dirty="0">
                          <a:latin typeface="Gill Sans MT" panose="020B0502020104020203" pitchFamily="34" charset="0"/>
                        </a:rPr>
                        <a:t> (mass %)</a:t>
                      </a:r>
                    </a:p>
                  </a:txBody>
                  <a:tcPr/>
                </a:tc>
                <a:tc>
                  <a:txBody>
                    <a:bodyPr/>
                    <a:lstStyle/>
                    <a:p>
                      <a:pPr algn="ctr"/>
                      <a:r>
                        <a:rPr lang="en-GB" dirty="0">
                          <a:latin typeface="Gill Sans MT" panose="020B0502020104020203" pitchFamily="34" charset="0"/>
                        </a:rPr>
                        <a:t>2.57</a:t>
                      </a:r>
                    </a:p>
                  </a:txBody>
                  <a:tcPr/>
                </a:tc>
                <a:extLst>
                  <a:ext uri="{0D108BD9-81ED-4DB2-BD59-A6C34878D82A}">
                    <a16:rowId xmlns:a16="http://schemas.microsoft.com/office/drawing/2014/main" val="2508977725"/>
                  </a:ext>
                </a:extLst>
              </a:tr>
              <a:tr h="346510">
                <a:tc>
                  <a:txBody>
                    <a:bodyPr/>
                    <a:lstStyle/>
                    <a:p>
                      <a:pPr algn="ctr"/>
                      <a:r>
                        <a:rPr lang="en-GB" dirty="0" err="1">
                          <a:latin typeface="Gill Sans MT" panose="020B0502020104020203" pitchFamily="34" charset="0"/>
                        </a:rPr>
                        <a:t>ZnO</a:t>
                      </a:r>
                      <a:r>
                        <a:rPr lang="en-GB" dirty="0">
                          <a:latin typeface="Gill Sans MT" panose="020B0502020104020203" pitchFamily="34" charset="0"/>
                        </a:rPr>
                        <a:t> (mass %)</a:t>
                      </a:r>
                    </a:p>
                  </a:txBody>
                  <a:tcPr/>
                </a:tc>
                <a:tc>
                  <a:txBody>
                    <a:bodyPr/>
                    <a:lstStyle/>
                    <a:p>
                      <a:pPr algn="ctr"/>
                      <a:r>
                        <a:rPr lang="en-GB" dirty="0">
                          <a:latin typeface="Gill Sans MT" panose="020B0502020104020203" pitchFamily="34" charset="0"/>
                        </a:rPr>
                        <a:t>0.07</a:t>
                      </a:r>
                    </a:p>
                  </a:txBody>
                  <a:tcPr/>
                </a:tc>
                <a:extLst>
                  <a:ext uri="{0D108BD9-81ED-4DB2-BD59-A6C34878D82A}">
                    <a16:rowId xmlns:a16="http://schemas.microsoft.com/office/drawing/2014/main" val="1334798533"/>
                  </a:ext>
                </a:extLst>
              </a:tr>
              <a:tr h="346510">
                <a:tc>
                  <a:txBody>
                    <a:bodyPr/>
                    <a:lstStyle/>
                    <a:p>
                      <a:pPr algn="ctr"/>
                      <a:r>
                        <a:rPr lang="en-GB" dirty="0" err="1">
                          <a:latin typeface="Gill Sans MT" panose="020B0502020104020203" pitchFamily="34" charset="0"/>
                        </a:rPr>
                        <a:t>SrO</a:t>
                      </a:r>
                      <a:r>
                        <a:rPr lang="en-GB" dirty="0">
                          <a:latin typeface="Gill Sans MT" panose="020B0502020104020203" pitchFamily="34" charset="0"/>
                        </a:rPr>
                        <a:t> (mass %)</a:t>
                      </a:r>
                    </a:p>
                  </a:txBody>
                  <a:tcPr/>
                </a:tc>
                <a:tc>
                  <a:txBody>
                    <a:bodyPr/>
                    <a:lstStyle/>
                    <a:p>
                      <a:pPr algn="ctr"/>
                      <a:r>
                        <a:rPr lang="en-GB" dirty="0">
                          <a:latin typeface="Gill Sans MT" panose="020B0502020104020203" pitchFamily="34" charset="0"/>
                        </a:rPr>
                        <a:t>0.04</a:t>
                      </a:r>
                    </a:p>
                  </a:txBody>
                  <a:tcPr/>
                </a:tc>
                <a:extLst>
                  <a:ext uri="{0D108BD9-81ED-4DB2-BD59-A6C34878D82A}">
                    <a16:rowId xmlns:a16="http://schemas.microsoft.com/office/drawing/2014/main" val="1629913153"/>
                  </a:ext>
                </a:extLst>
              </a:tr>
            </a:tbl>
          </a:graphicData>
        </a:graphic>
      </p:graphicFrame>
      <p:sp>
        <p:nvSpPr>
          <p:cNvPr id="7" name="TextBox 6">
            <a:extLst>
              <a:ext uri="{FF2B5EF4-FFF2-40B4-BE49-F238E27FC236}">
                <a16:creationId xmlns:a16="http://schemas.microsoft.com/office/drawing/2014/main" id="{FD81DB8B-4B23-4EE3-8224-8EE85597CE99}"/>
              </a:ext>
            </a:extLst>
          </p:cNvPr>
          <p:cNvSpPr txBox="1"/>
          <p:nvPr/>
        </p:nvSpPr>
        <p:spPr>
          <a:xfrm>
            <a:off x="6826249" y="1083100"/>
            <a:ext cx="5296915" cy="4784130"/>
          </a:xfrm>
          <a:prstGeom prst="rect">
            <a:avLst/>
          </a:prstGeom>
          <a:noFill/>
        </p:spPr>
        <p:txBody>
          <a:bodyPr wrap="square" rtlCol="0">
            <a:spAutoFit/>
          </a:bodyPr>
          <a:lstStyle/>
          <a:p>
            <a:pPr>
              <a:lnSpc>
                <a:spcPct val="250000"/>
              </a:lnSpc>
            </a:pPr>
            <a:r>
              <a:rPr lang="en-GB" sz="1200" b="1" dirty="0">
                <a:latin typeface="Gill Sans MT" panose="020B0502020104020203" pitchFamily="34" charset="0"/>
              </a:rPr>
              <a:t>Sample Preparation</a:t>
            </a:r>
          </a:p>
          <a:p>
            <a:pPr>
              <a:lnSpc>
                <a:spcPct val="250000"/>
              </a:lnSpc>
            </a:pPr>
            <a:r>
              <a:rPr lang="en-GB" sz="1200" b="1" dirty="0">
                <a:latin typeface="Gill Sans MT" panose="020B0502020104020203" pitchFamily="34" charset="0"/>
              </a:rPr>
              <a:t>Composite cement:</a:t>
            </a:r>
          </a:p>
          <a:p>
            <a:pPr marL="285750" indent="-285750">
              <a:lnSpc>
                <a:spcPct val="250000"/>
              </a:lnSpc>
              <a:buFont typeface="Arial" panose="020B0604020202020204" pitchFamily="34" charset="0"/>
              <a:buChar char="•"/>
            </a:pPr>
            <a:r>
              <a:rPr lang="en-GB" sz="1200" dirty="0">
                <a:latin typeface="Gill Sans MT" panose="020B0502020104020203" pitchFamily="34" charset="0"/>
              </a:rPr>
              <a:t>LOI (950 </a:t>
            </a:r>
            <a:r>
              <a:rPr lang="en-GB" sz="1200" dirty="0">
                <a:latin typeface="Gill Sans MT" panose="020B0502020104020203" pitchFamily="34" charset="0"/>
                <a:cs typeface="Times New Roman" panose="02020603050405020304" pitchFamily="18" charset="0"/>
              </a:rPr>
              <a:t>℃)</a:t>
            </a:r>
            <a:r>
              <a:rPr lang="en-GB" sz="1200" dirty="0">
                <a:latin typeface="Gill Sans MT" panose="020B0502020104020203" pitchFamily="34" charset="0"/>
              </a:rPr>
              <a:t> to remove volatiles that could adversely affect platinum-ware. </a:t>
            </a:r>
          </a:p>
          <a:p>
            <a:pPr marL="285750" indent="-285750">
              <a:lnSpc>
                <a:spcPct val="250000"/>
              </a:lnSpc>
              <a:buFont typeface="Arial" panose="020B0604020202020204" pitchFamily="34" charset="0"/>
              <a:buChar char="•"/>
            </a:pPr>
            <a:r>
              <a:rPr lang="en-GB" sz="1200" dirty="0">
                <a:latin typeface="Gill Sans MT" panose="020B0502020104020203" pitchFamily="34" charset="0"/>
              </a:rPr>
              <a:t>Fusion involving 7g of flux (Lithium Tetraborate) to 0.7g of sample.</a:t>
            </a:r>
          </a:p>
          <a:p>
            <a:pPr marL="285750" indent="-285750">
              <a:lnSpc>
                <a:spcPct val="250000"/>
              </a:lnSpc>
              <a:buFont typeface="Arial" panose="020B0604020202020204" pitchFamily="34" charset="0"/>
              <a:buChar char="•"/>
            </a:pPr>
            <a:r>
              <a:rPr lang="en-GB" sz="1200" dirty="0">
                <a:latin typeface="Gill Sans MT" panose="020B0502020104020203" pitchFamily="34" charset="0"/>
              </a:rPr>
              <a:t>Fused for 15 minutes and poured.</a:t>
            </a:r>
          </a:p>
          <a:p>
            <a:pPr marL="285750" indent="-285750">
              <a:lnSpc>
                <a:spcPct val="250000"/>
              </a:lnSpc>
              <a:buFont typeface="Arial" panose="020B0604020202020204" pitchFamily="34" charset="0"/>
              <a:buChar char="•"/>
            </a:pPr>
            <a:r>
              <a:rPr lang="en-GB" sz="1200" dirty="0">
                <a:latin typeface="Gill Sans MT" panose="020B0502020104020203" pitchFamily="34" charset="0"/>
              </a:rPr>
              <a:t>Cooling and analysis.</a:t>
            </a:r>
          </a:p>
          <a:p>
            <a:pPr>
              <a:lnSpc>
                <a:spcPct val="250000"/>
              </a:lnSpc>
            </a:pPr>
            <a:r>
              <a:rPr lang="en-GB" sz="1200" b="1" dirty="0">
                <a:latin typeface="Gill Sans MT" panose="020B0502020104020203" pitchFamily="34" charset="0"/>
              </a:rPr>
              <a:t>Wood Pellet:</a:t>
            </a:r>
          </a:p>
          <a:p>
            <a:pPr marL="285750" indent="-285750">
              <a:lnSpc>
                <a:spcPct val="250000"/>
              </a:lnSpc>
              <a:buFont typeface="Arial" panose="020B0604020202020204" pitchFamily="34" charset="0"/>
              <a:buChar char="•"/>
            </a:pPr>
            <a:r>
              <a:rPr lang="en-GB" sz="1200" dirty="0">
                <a:latin typeface="Gill Sans MT" panose="020B0502020104020203" pitchFamily="34" charset="0"/>
              </a:rPr>
              <a:t>Reduction of particle size below 1mm.</a:t>
            </a:r>
          </a:p>
          <a:p>
            <a:pPr marL="285750" indent="-285750">
              <a:lnSpc>
                <a:spcPct val="250000"/>
              </a:lnSpc>
              <a:buFont typeface="Arial" panose="020B0604020202020204" pitchFamily="34" charset="0"/>
              <a:buChar char="•"/>
            </a:pPr>
            <a:r>
              <a:rPr lang="en-GB" sz="1200" dirty="0">
                <a:latin typeface="Gill Sans MT" panose="020B0502020104020203" pitchFamily="34" charset="0"/>
              </a:rPr>
              <a:t>Pressing with a load of 21 tonnes for 5 minutes.</a:t>
            </a:r>
          </a:p>
          <a:p>
            <a:pPr marL="285750" indent="-285750">
              <a:lnSpc>
                <a:spcPct val="250000"/>
              </a:lnSpc>
              <a:buFont typeface="Arial" panose="020B0604020202020204" pitchFamily="34" charset="0"/>
              <a:buChar char="•"/>
            </a:pPr>
            <a:r>
              <a:rPr lang="en-GB" sz="1200" dirty="0">
                <a:latin typeface="Gill Sans MT" panose="020B0502020104020203" pitchFamily="34" charset="0"/>
              </a:rPr>
              <a:t>Analysis.</a:t>
            </a:r>
          </a:p>
        </p:txBody>
      </p:sp>
      <p:graphicFrame>
        <p:nvGraphicFramePr>
          <p:cNvPr id="8" name="Table 4">
            <a:extLst>
              <a:ext uri="{FF2B5EF4-FFF2-40B4-BE49-F238E27FC236}">
                <a16:creationId xmlns:a16="http://schemas.microsoft.com/office/drawing/2014/main" id="{0C69DCD7-A6DF-428E-B3F2-6E65CB17BF6D}"/>
              </a:ext>
            </a:extLst>
          </p:cNvPr>
          <p:cNvGraphicFramePr>
            <a:graphicFrameLocks noGrp="1"/>
          </p:cNvGraphicFramePr>
          <p:nvPr>
            <p:extLst>
              <p:ext uri="{D42A27DB-BD31-4B8C-83A1-F6EECF244321}">
                <p14:modId xmlns:p14="http://schemas.microsoft.com/office/powerpoint/2010/main" val="2106580333"/>
              </p:ext>
            </p:extLst>
          </p:nvPr>
        </p:nvGraphicFramePr>
        <p:xfrm>
          <a:off x="3447542" y="822960"/>
          <a:ext cx="3296665" cy="5760720"/>
        </p:xfrm>
        <a:graphic>
          <a:graphicData uri="http://schemas.openxmlformats.org/drawingml/2006/table">
            <a:tbl>
              <a:tblPr firstRow="1" bandRow="1">
                <a:tableStyleId>{7DF18680-E054-41AD-8BC1-D1AEF772440D}</a:tableStyleId>
              </a:tblPr>
              <a:tblGrid>
                <a:gridCol w="1701800">
                  <a:extLst>
                    <a:ext uri="{9D8B030D-6E8A-4147-A177-3AD203B41FA5}">
                      <a16:colId xmlns:a16="http://schemas.microsoft.com/office/drawing/2014/main" val="1823222026"/>
                    </a:ext>
                  </a:extLst>
                </a:gridCol>
                <a:gridCol w="1594865">
                  <a:extLst>
                    <a:ext uri="{9D8B030D-6E8A-4147-A177-3AD203B41FA5}">
                      <a16:colId xmlns:a16="http://schemas.microsoft.com/office/drawing/2014/main" val="3328466303"/>
                    </a:ext>
                  </a:extLst>
                </a:gridCol>
              </a:tblGrid>
              <a:tr h="480060">
                <a:tc>
                  <a:txBody>
                    <a:bodyPr/>
                    <a:lstStyle/>
                    <a:p>
                      <a:pPr algn="ctr"/>
                      <a:r>
                        <a:rPr lang="en-GB" dirty="0">
                          <a:latin typeface="Gill Sans MT" panose="020B0502020104020203" pitchFamily="34" charset="0"/>
                        </a:rPr>
                        <a:t>Composition </a:t>
                      </a:r>
                    </a:p>
                  </a:txBody>
                  <a:tcPr/>
                </a:tc>
                <a:tc>
                  <a:txBody>
                    <a:bodyPr/>
                    <a:lstStyle/>
                    <a:p>
                      <a:pPr algn="ctr"/>
                      <a:r>
                        <a:rPr lang="en-GB" dirty="0">
                          <a:latin typeface="Gill Sans MT" panose="020B0502020104020203" pitchFamily="34" charset="0"/>
                        </a:rPr>
                        <a:t>Wood Pellet</a:t>
                      </a:r>
                    </a:p>
                  </a:txBody>
                  <a:tcPr/>
                </a:tc>
                <a:extLst>
                  <a:ext uri="{0D108BD9-81ED-4DB2-BD59-A6C34878D82A}">
                    <a16:rowId xmlns:a16="http://schemas.microsoft.com/office/drawing/2014/main" val="892599369"/>
                  </a:ext>
                </a:extLst>
              </a:tr>
              <a:tr h="480060">
                <a:tc>
                  <a:txBody>
                    <a:bodyPr/>
                    <a:lstStyle/>
                    <a:p>
                      <a:pPr algn="ctr"/>
                      <a:r>
                        <a:rPr lang="en-GB" dirty="0">
                          <a:latin typeface="Gill Sans MT" panose="020B0502020104020203" pitchFamily="34" charset="0"/>
                        </a:rPr>
                        <a:t>C (mass %)</a:t>
                      </a:r>
                    </a:p>
                  </a:txBody>
                  <a:tcPr/>
                </a:tc>
                <a:tc>
                  <a:txBody>
                    <a:bodyPr/>
                    <a:lstStyle/>
                    <a:p>
                      <a:pPr algn="ctr"/>
                      <a:r>
                        <a:rPr lang="en-GB" dirty="0">
                          <a:latin typeface="Gill Sans MT" panose="020B0502020104020203" pitchFamily="34" charset="0"/>
                        </a:rPr>
                        <a:t>53.60</a:t>
                      </a:r>
                    </a:p>
                  </a:txBody>
                  <a:tcPr/>
                </a:tc>
                <a:extLst>
                  <a:ext uri="{0D108BD9-81ED-4DB2-BD59-A6C34878D82A}">
                    <a16:rowId xmlns:a16="http://schemas.microsoft.com/office/drawing/2014/main" val="2352642561"/>
                  </a:ext>
                </a:extLst>
              </a:tr>
              <a:tr h="480060">
                <a:tc>
                  <a:txBody>
                    <a:bodyPr/>
                    <a:lstStyle/>
                    <a:p>
                      <a:pPr algn="ctr"/>
                      <a:r>
                        <a:rPr lang="en-GB" dirty="0">
                          <a:latin typeface="Gill Sans MT" panose="020B0502020104020203" pitchFamily="34" charset="0"/>
                        </a:rPr>
                        <a:t>Na (mass %)</a:t>
                      </a:r>
                    </a:p>
                  </a:txBody>
                  <a:tcPr/>
                </a:tc>
                <a:tc>
                  <a:txBody>
                    <a:bodyPr/>
                    <a:lstStyle/>
                    <a:p>
                      <a:pPr algn="ctr"/>
                      <a:r>
                        <a:rPr lang="en-GB" dirty="0">
                          <a:latin typeface="Gill Sans MT" panose="020B0502020104020203" pitchFamily="34" charset="0"/>
                        </a:rPr>
                        <a:t>0.05</a:t>
                      </a:r>
                    </a:p>
                  </a:txBody>
                  <a:tcPr/>
                </a:tc>
                <a:extLst>
                  <a:ext uri="{0D108BD9-81ED-4DB2-BD59-A6C34878D82A}">
                    <a16:rowId xmlns:a16="http://schemas.microsoft.com/office/drawing/2014/main" val="4032448940"/>
                  </a:ext>
                </a:extLst>
              </a:tr>
              <a:tr h="480060">
                <a:tc>
                  <a:txBody>
                    <a:bodyPr/>
                    <a:lstStyle/>
                    <a:p>
                      <a:pPr algn="ctr"/>
                      <a:r>
                        <a:rPr lang="en-GB" dirty="0">
                          <a:latin typeface="Gill Sans MT" panose="020B0502020104020203" pitchFamily="34" charset="0"/>
                        </a:rPr>
                        <a:t>Mg (mass %)</a:t>
                      </a:r>
                    </a:p>
                  </a:txBody>
                  <a:tcPr/>
                </a:tc>
                <a:tc>
                  <a:txBody>
                    <a:bodyPr/>
                    <a:lstStyle/>
                    <a:p>
                      <a:pPr algn="ctr"/>
                      <a:r>
                        <a:rPr lang="en-GB" dirty="0">
                          <a:latin typeface="Gill Sans MT" panose="020B0502020104020203" pitchFamily="34" charset="0"/>
                        </a:rPr>
                        <a:t>0.03</a:t>
                      </a:r>
                    </a:p>
                  </a:txBody>
                  <a:tcPr/>
                </a:tc>
                <a:extLst>
                  <a:ext uri="{0D108BD9-81ED-4DB2-BD59-A6C34878D82A}">
                    <a16:rowId xmlns:a16="http://schemas.microsoft.com/office/drawing/2014/main" val="3162823200"/>
                  </a:ext>
                </a:extLst>
              </a:tr>
              <a:tr h="480060">
                <a:tc>
                  <a:txBody>
                    <a:bodyPr/>
                    <a:lstStyle/>
                    <a:p>
                      <a:pPr algn="ctr"/>
                      <a:r>
                        <a:rPr lang="en-GB" dirty="0">
                          <a:latin typeface="Gill Sans MT" panose="020B0502020104020203" pitchFamily="34" charset="0"/>
                        </a:rPr>
                        <a:t>Al (mass %)</a:t>
                      </a:r>
                    </a:p>
                  </a:txBody>
                  <a:tcPr/>
                </a:tc>
                <a:tc>
                  <a:txBody>
                    <a:bodyPr/>
                    <a:lstStyle/>
                    <a:p>
                      <a:pPr algn="ctr"/>
                      <a:r>
                        <a:rPr lang="en-GB" dirty="0">
                          <a:latin typeface="Gill Sans MT" panose="020B0502020104020203" pitchFamily="34" charset="0"/>
                        </a:rPr>
                        <a:t>0</a:t>
                      </a:r>
                    </a:p>
                  </a:txBody>
                  <a:tcPr/>
                </a:tc>
                <a:extLst>
                  <a:ext uri="{0D108BD9-81ED-4DB2-BD59-A6C34878D82A}">
                    <a16:rowId xmlns:a16="http://schemas.microsoft.com/office/drawing/2014/main" val="2567547705"/>
                  </a:ext>
                </a:extLst>
              </a:tr>
              <a:tr h="480060">
                <a:tc>
                  <a:txBody>
                    <a:bodyPr/>
                    <a:lstStyle/>
                    <a:p>
                      <a:pPr algn="ctr"/>
                      <a:r>
                        <a:rPr lang="en-GB" dirty="0">
                          <a:latin typeface="Gill Sans MT" panose="020B0502020104020203" pitchFamily="34" charset="0"/>
                        </a:rPr>
                        <a:t>K (mass %)</a:t>
                      </a:r>
                    </a:p>
                  </a:txBody>
                  <a:tcPr/>
                </a:tc>
                <a:tc>
                  <a:txBody>
                    <a:bodyPr/>
                    <a:lstStyle/>
                    <a:p>
                      <a:pPr algn="ctr"/>
                      <a:r>
                        <a:rPr lang="en-GB" dirty="0">
                          <a:latin typeface="Gill Sans MT" panose="020B0502020104020203" pitchFamily="34" charset="0"/>
                        </a:rPr>
                        <a:t>0.01</a:t>
                      </a:r>
                    </a:p>
                  </a:txBody>
                  <a:tcPr/>
                </a:tc>
                <a:extLst>
                  <a:ext uri="{0D108BD9-81ED-4DB2-BD59-A6C34878D82A}">
                    <a16:rowId xmlns:a16="http://schemas.microsoft.com/office/drawing/2014/main" val="3911812504"/>
                  </a:ext>
                </a:extLst>
              </a:tr>
              <a:tr h="480060">
                <a:tc>
                  <a:txBody>
                    <a:bodyPr/>
                    <a:lstStyle/>
                    <a:p>
                      <a:pPr algn="ctr"/>
                      <a:r>
                        <a:rPr lang="en-GB" dirty="0" err="1">
                          <a:latin typeface="Gill Sans MT" panose="020B0502020104020203" pitchFamily="34" charset="0"/>
                        </a:rPr>
                        <a:t>Ti</a:t>
                      </a:r>
                      <a:r>
                        <a:rPr lang="en-GB" dirty="0">
                          <a:latin typeface="Gill Sans MT" panose="020B0502020104020203" pitchFamily="34" charset="0"/>
                        </a:rPr>
                        <a:t> (mass %)</a:t>
                      </a:r>
                    </a:p>
                  </a:txBody>
                  <a:tcPr/>
                </a:tc>
                <a:tc>
                  <a:txBody>
                    <a:bodyPr/>
                    <a:lstStyle/>
                    <a:p>
                      <a:pPr algn="ctr"/>
                      <a:r>
                        <a:rPr lang="en-GB" dirty="0">
                          <a:latin typeface="Gill Sans MT" panose="020B0502020104020203" pitchFamily="34" charset="0"/>
                        </a:rPr>
                        <a:t>0</a:t>
                      </a:r>
                    </a:p>
                  </a:txBody>
                  <a:tcPr/>
                </a:tc>
                <a:extLst>
                  <a:ext uri="{0D108BD9-81ED-4DB2-BD59-A6C34878D82A}">
                    <a16:rowId xmlns:a16="http://schemas.microsoft.com/office/drawing/2014/main" val="1047310952"/>
                  </a:ext>
                </a:extLst>
              </a:tr>
              <a:tr h="480060">
                <a:tc>
                  <a:txBody>
                    <a:bodyPr/>
                    <a:lstStyle/>
                    <a:p>
                      <a:pPr algn="ctr"/>
                      <a:r>
                        <a:rPr lang="en-GB" dirty="0">
                          <a:latin typeface="Gill Sans MT" panose="020B0502020104020203" pitchFamily="34" charset="0"/>
                        </a:rPr>
                        <a:t>Mn (mass %)</a:t>
                      </a:r>
                    </a:p>
                  </a:txBody>
                  <a:tcPr/>
                </a:tc>
                <a:tc>
                  <a:txBody>
                    <a:bodyPr/>
                    <a:lstStyle/>
                    <a:p>
                      <a:pPr algn="ctr"/>
                      <a:r>
                        <a:rPr lang="en-GB" dirty="0">
                          <a:latin typeface="Gill Sans MT" panose="020B0502020104020203" pitchFamily="34" charset="0"/>
                        </a:rPr>
                        <a:t>0.01</a:t>
                      </a:r>
                    </a:p>
                  </a:txBody>
                  <a:tcPr/>
                </a:tc>
                <a:extLst>
                  <a:ext uri="{0D108BD9-81ED-4DB2-BD59-A6C34878D82A}">
                    <a16:rowId xmlns:a16="http://schemas.microsoft.com/office/drawing/2014/main" val="3801910842"/>
                  </a:ext>
                </a:extLst>
              </a:tr>
              <a:tr h="480060">
                <a:tc>
                  <a:txBody>
                    <a:bodyPr/>
                    <a:lstStyle/>
                    <a:p>
                      <a:pPr algn="ctr"/>
                      <a:r>
                        <a:rPr lang="en-GB" dirty="0">
                          <a:latin typeface="Gill Sans MT" panose="020B0502020104020203" pitchFamily="34" charset="0"/>
                        </a:rPr>
                        <a:t>Fe (mass %)</a:t>
                      </a:r>
                    </a:p>
                  </a:txBody>
                  <a:tcPr/>
                </a:tc>
                <a:tc>
                  <a:txBody>
                    <a:bodyPr/>
                    <a:lstStyle/>
                    <a:p>
                      <a:pPr algn="ctr"/>
                      <a:r>
                        <a:rPr lang="en-GB" dirty="0">
                          <a:latin typeface="Gill Sans MT" panose="020B0502020104020203" pitchFamily="34" charset="0"/>
                        </a:rPr>
                        <a:t>0.004</a:t>
                      </a:r>
                    </a:p>
                  </a:txBody>
                  <a:tcPr/>
                </a:tc>
                <a:extLst>
                  <a:ext uri="{0D108BD9-81ED-4DB2-BD59-A6C34878D82A}">
                    <a16:rowId xmlns:a16="http://schemas.microsoft.com/office/drawing/2014/main" val="3691571183"/>
                  </a:ext>
                </a:extLst>
              </a:tr>
              <a:tr h="480060">
                <a:tc>
                  <a:txBody>
                    <a:bodyPr/>
                    <a:lstStyle/>
                    <a:p>
                      <a:pPr algn="ctr"/>
                      <a:r>
                        <a:rPr lang="en-GB" dirty="0">
                          <a:latin typeface="Gill Sans MT" panose="020B0502020104020203" pitchFamily="34" charset="0"/>
                        </a:rPr>
                        <a:t>Zn (mass %)</a:t>
                      </a:r>
                    </a:p>
                  </a:txBody>
                  <a:tcPr/>
                </a:tc>
                <a:tc>
                  <a:txBody>
                    <a:bodyPr/>
                    <a:lstStyle/>
                    <a:p>
                      <a:pPr algn="ctr"/>
                      <a:r>
                        <a:rPr lang="en-GB" dirty="0">
                          <a:latin typeface="Gill Sans MT" panose="020B0502020104020203" pitchFamily="34" charset="0"/>
                        </a:rPr>
                        <a:t>0.001</a:t>
                      </a:r>
                    </a:p>
                  </a:txBody>
                  <a:tcPr/>
                </a:tc>
                <a:extLst>
                  <a:ext uri="{0D108BD9-81ED-4DB2-BD59-A6C34878D82A}">
                    <a16:rowId xmlns:a16="http://schemas.microsoft.com/office/drawing/2014/main" val="2745165899"/>
                  </a:ext>
                </a:extLst>
              </a:tr>
              <a:tr h="480060">
                <a:tc>
                  <a:txBody>
                    <a:bodyPr/>
                    <a:lstStyle/>
                    <a:p>
                      <a:pPr algn="ctr"/>
                      <a:r>
                        <a:rPr lang="en-GB" dirty="0">
                          <a:latin typeface="Gill Sans MT" panose="020B0502020104020203" pitchFamily="34" charset="0"/>
                        </a:rPr>
                        <a:t>Rb (mass %)</a:t>
                      </a:r>
                    </a:p>
                  </a:txBody>
                  <a:tcPr/>
                </a:tc>
                <a:tc>
                  <a:txBody>
                    <a:bodyPr/>
                    <a:lstStyle/>
                    <a:p>
                      <a:pPr algn="ctr"/>
                      <a:r>
                        <a:rPr lang="en-GB" dirty="0">
                          <a:latin typeface="Gill Sans MT" panose="020B0502020104020203" pitchFamily="34" charset="0"/>
                        </a:rPr>
                        <a:t>0</a:t>
                      </a:r>
                    </a:p>
                  </a:txBody>
                  <a:tcPr/>
                </a:tc>
                <a:extLst>
                  <a:ext uri="{0D108BD9-81ED-4DB2-BD59-A6C34878D82A}">
                    <a16:rowId xmlns:a16="http://schemas.microsoft.com/office/drawing/2014/main" val="4230978424"/>
                  </a:ext>
                </a:extLst>
              </a:tr>
              <a:tr h="480060">
                <a:tc>
                  <a:txBody>
                    <a:bodyPr/>
                    <a:lstStyle/>
                    <a:p>
                      <a:pPr algn="ctr"/>
                      <a:r>
                        <a:rPr lang="en-GB" dirty="0">
                          <a:latin typeface="Gill Sans MT" panose="020B0502020104020203" pitchFamily="34" charset="0"/>
                        </a:rPr>
                        <a:t>O (mass %)</a:t>
                      </a:r>
                    </a:p>
                  </a:txBody>
                  <a:tcPr/>
                </a:tc>
                <a:tc>
                  <a:txBody>
                    <a:bodyPr/>
                    <a:lstStyle/>
                    <a:p>
                      <a:pPr algn="ctr"/>
                      <a:r>
                        <a:rPr lang="en-GB" dirty="0">
                          <a:latin typeface="Gill Sans MT" panose="020B0502020104020203" pitchFamily="34" charset="0"/>
                        </a:rPr>
                        <a:t>46.30</a:t>
                      </a:r>
                    </a:p>
                  </a:txBody>
                  <a:tcPr/>
                </a:tc>
                <a:extLst>
                  <a:ext uri="{0D108BD9-81ED-4DB2-BD59-A6C34878D82A}">
                    <a16:rowId xmlns:a16="http://schemas.microsoft.com/office/drawing/2014/main" val="2379463196"/>
                  </a:ext>
                </a:extLst>
              </a:tr>
            </a:tbl>
          </a:graphicData>
        </a:graphic>
      </p:graphicFrame>
      <p:sp>
        <p:nvSpPr>
          <p:cNvPr id="9" name="TextBox 8">
            <a:extLst>
              <a:ext uri="{FF2B5EF4-FFF2-40B4-BE49-F238E27FC236}">
                <a16:creationId xmlns:a16="http://schemas.microsoft.com/office/drawing/2014/main" id="{DCD2739C-718C-4653-BBFA-A23A90D9851C}"/>
              </a:ext>
            </a:extLst>
          </p:cNvPr>
          <p:cNvSpPr txBox="1"/>
          <p:nvPr/>
        </p:nvSpPr>
        <p:spPr>
          <a:xfrm>
            <a:off x="0" y="6583680"/>
            <a:ext cx="3657600" cy="276999"/>
          </a:xfrm>
          <a:prstGeom prst="rect">
            <a:avLst/>
          </a:prstGeom>
          <a:noFill/>
        </p:spPr>
        <p:txBody>
          <a:bodyPr wrap="square" rtlCol="0">
            <a:spAutoFit/>
          </a:bodyPr>
          <a:lstStyle/>
          <a:p>
            <a:r>
              <a:rPr lang="en-GB" sz="1200" dirty="0">
                <a:latin typeface="Gill Sans MT" panose="020B0502020104020203" pitchFamily="34" charset="0"/>
              </a:rPr>
              <a:t>Table 3:  Chemical composition of composite cement</a:t>
            </a:r>
          </a:p>
        </p:txBody>
      </p:sp>
      <p:sp>
        <p:nvSpPr>
          <p:cNvPr id="10" name="TextBox 9">
            <a:extLst>
              <a:ext uri="{FF2B5EF4-FFF2-40B4-BE49-F238E27FC236}">
                <a16:creationId xmlns:a16="http://schemas.microsoft.com/office/drawing/2014/main" id="{6C1BB56C-5A50-4D32-A785-2BBB6426889C}"/>
              </a:ext>
            </a:extLst>
          </p:cNvPr>
          <p:cNvSpPr txBox="1"/>
          <p:nvPr/>
        </p:nvSpPr>
        <p:spPr>
          <a:xfrm>
            <a:off x="3657600" y="6581001"/>
            <a:ext cx="3785108" cy="276999"/>
          </a:xfrm>
          <a:prstGeom prst="rect">
            <a:avLst/>
          </a:prstGeom>
          <a:noFill/>
        </p:spPr>
        <p:txBody>
          <a:bodyPr wrap="square" rtlCol="0">
            <a:spAutoFit/>
          </a:bodyPr>
          <a:lstStyle/>
          <a:p>
            <a:r>
              <a:rPr lang="en-GB" sz="1200" dirty="0">
                <a:latin typeface="Gill Sans MT" panose="020B0502020104020203" pitchFamily="34" charset="0"/>
              </a:rPr>
              <a:t>Table 4:  Chemical composition of composite wood pellet</a:t>
            </a:r>
          </a:p>
        </p:txBody>
      </p:sp>
    </p:spTree>
    <p:extLst>
      <p:ext uri="{BB962C8B-B14F-4D97-AF65-F5344CB8AC3E}">
        <p14:creationId xmlns:p14="http://schemas.microsoft.com/office/powerpoint/2010/main" val="2419268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EB619BFB-66F4-4BDB-B6E9-294BBC6E7B6C}"/>
              </a:ext>
            </a:extLst>
          </p:cNvPr>
          <p:cNvSpPr txBox="1">
            <a:spLocks/>
          </p:cNvSpPr>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defPPr>
              <a:defRPr lang="en-US"/>
            </a:defPPr>
            <a:lvl1pPr marL="0" algn="ctr" defTabSz="457200" rtl="0" eaLnBrk="1" latinLnBrk="0" hangingPunct="1">
              <a:defRPr sz="1100" kern="1200" spc="0"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pPr>
            <a:fld id="{330EA680-D336-4FF7-8B7A-9848BB0A1C32}" type="slidenum">
              <a:rPr lang="en-US" smtClean="0">
                <a:latin typeface="Gill Sans MT" panose="020B0502020104020203"/>
              </a:rPr>
              <a:pPr fontAlgn="auto">
                <a:spcBef>
                  <a:spcPts val="0"/>
                </a:spcBef>
                <a:spcAft>
                  <a:spcPts val="0"/>
                </a:spcAft>
              </a:pPr>
              <a:t>9</a:t>
            </a:fld>
            <a:endParaRPr lang="en-US">
              <a:latin typeface="Gill Sans MT" panose="020B0502020104020203"/>
            </a:endParaRPr>
          </a:p>
        </p:txBody>
      </p:sp>
      <p:sp>
        <p:nvSpPr>
          <p:cNvPr id="13" name="Title 1">
            <a:extLst>
              <a:ext uri="{FF2B5EF4-FFF2-40B4-BE49-F238E27FC236}">
                <a16:creationId xmlns:a16="http://schemas.microsoft.com/office/drawing/2014/main" id="{EF957102-2050-47BD-847D-4FE121258C34}"/>
              </a:ext>
            </a:extLst>
          </p:cNvPr>
          <p:cNvSpPr txBox="1">
            <a:spLocks/>
          </p:cNvSpPr>
          <p:nvPr/>
        </p:nvSpPr>
        <p:spPr bwMode="black">
          <a:xfrm>
            <a:off x="508488" y="141306"/>
            <a:ext cx="11175023" cy="739904"/>
          </a:xfrm>
          <a:prstGeom prst="rect">
            <a:avLst/>
          </a:prstGeom>
          <a:solidFill>
            <a:srgbClr val="FFFFFF"/>
          </a:solidFill>
          <a:ln w="31750" cap="sq">
            <a:solidFill>
              <a:srgbClr val="404040"/>
            </a:solidFill>
            <a:miter lim="800000"/>
          </a:ln>
        </p:spPr>
        <p:txBody>
          <a:bodyPr vert="horz" lIns="182880" tIns="182880" rIns="182880" bIns="182880" rtlCol="0" anchor="ctr">
            <a:normAutofit fontScale="975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latin typeface="Gill Sans MT" panose="020B0502020104020203"/>
              </a:rPr>
              <a:t>Background: NMR</a:t>
            </a:r>
            <a:endParaRPr kumimoji="0" lang="en-US" sz="2800" b="0" i="0" u="none" strike="noStrike" kern="1200" cap="all" spc="200" normalizeH="0" baseline="0" noProof="0" dirty="0">
              <a:ln>
                <a:noFill/>
              </a:ln>
              <a:solidFill>
                <a:srgbClr val="262626"/>
              </a:solidFill>
              <a:effectLst/>
              <a:uLnTx/>
              <a:uFillTx/>
              <a:latin typeface="Gill Sans MT" panose="020B0502020104020203"/>
              <a:ea typeface="+mj-ea"/>
              <a:cs typeface="+mj-cs"/>
            </a:endParaRPr>
          </a:p>
        </p:txBody>
      </p:sp>
      <p:sp>
        <p:nvSpPr>
          <p:cNvPr id="2" name="TextBox 1">
            <a:extLst>
              <a:ext uri="{FF2B5EF4-FFF2-40B4-BE49-F238E27FC236}">
                <a16:creationId xmlns:a16="http://schemas.microsoft.com/office/drawing/2014/main" id="{F144E651-C849-46F5-9326-1A9A753E986D}"/>
              </a:ext>
            </a:extLst>
          </p:cNvPr>
          <p:cNvSpPr txBox="1"/>
          <p:nvPr/>
        </p:nvSpPr>
        <p:spPr>
          <a:xfrm>
            <a:off x="286238" y="976421"/>
            <a:ext cx="7968762" cy="2770438"/>
          </a:xfrm>
          <a:prstGeom prst="rect">
            <a:avLst/>
          </a:prstGeom>
          <a:noFill/>
        </p:spPr>
        <p:txBody>
          <a:bodyPr wrap="square" rtlCol="0">
            <a:spAutoFit/>
          </a:bodyPr>
          <a:lstStyle/>
          <a:p>
            <a:pPr>
              <a:lnSpc>
                <a:spcPct val="250000"/>
              </a:lnSpc>
            </a:pPr>
            <a:r>
              <a:rPr lang="en-GB" sz="1400" b="1" dirty="0">
                <a:latin typeface="Gill Sans MT" panose="020B0502020104020203" pitchFamily="34" charset="0"/>
              </a:rPr>
              <a:t>Background:</a:t>
            </a:r>
          </a:p>
          <a:p>
            <a:pPr marL="342900" indent="-342900">
              <a:lnSpc>
                <a:spcPct val="250000"/>
              </a:lnSpc>
              <a:buFont typeface="Arial" panose="020B0604020202020204" pitchFamily="34" charset="0"/>
              <a:buChar char="•"/>
            </a:pPr>
            <a:r>
              <a:rPr lang="en-GB" sz="1400" dirty="0">
                <a:latin typeface="Gill Sans MT" panose="020B0502020104020203" pitchFamily="34" charset="0"/>
              </a:rPr>
              <a:t>Magnetic Field: Nuclei with spin (like ¹H, ¹³C) are placed in a strong magnetic field.</a:t>
            </a:r>
          </a:p>
          <a:p>
            <a:pPr marL="342900" indent="-342900">
              <a:lnSpc>
                <a:spcPct val="250000"/>
              </a:lnSpc>
              <a:buFont typeface="Arial" panose="020B0604020202020204" pitchFamily="34" charset="0"/>
              <a:buChar char="•"/>
            </a:pPr>
            <a:r>
              <a:rPr lang="en-GB" sz="1400" dirty="0">
                <a:latin typeface="Gill Sans MT" panose="020B0502020104020203" pitchFamily="34" charset="0"/>
              </a:rPr>
              <a:t>Radiofrequency Pulse: A specific RF pulse excites the nuclei, flipping their spin states.</a:t>
            </a:r>
          </a:p>
          <a:p>
            <a:pPr marL="342900" indent="-342900">
              <a:lnSpc>
                <a:spcPct val="250000"/>
              </a:lnSpc>
              <a:buFont typeface="Arial" panose="020B0604020202020204" pitchFamily="34" charset="0"/>
              <a:buChar char="•"/>
            </a:pPr>
            <a:r>
              <a:rPr lang="en-GB" sz="1400" dirty="0">
                <a:latin typeface="Gill Sans MT" panose="020B0502020104020203" pitchFamily="34" charset="0"/>
              </a:rPr>
              <a:t>Relaxation: Nuclei return to lower energy state, emitting RF signals.</a:t>
            </a:r>
          </a:p>
          <a:p>
            <a:pPr marL="342900" indent="-342900">
              <a:lnSpc>
                <a:spcPct val="250000"/>
              </a:lnSpc>
              <a:buFont typeface="Arial" panose="020B0604020202020204" pitchFamily="34" charset="0"/>
              <a:buChar char="•"/>
            </a:pPr>
            <a:r>
              <a:rPr lang="en-GB" sz="1400" dirty="0">
                <a:latin typeface="Gill Sans MT" panose="020B0502020104020203" pitchFamily="34" charset="0"/>
              </a:rPr>
              <a:t>Detection: Emitted signals are detected and transformed into a spectrum via Fourier Transform.</a:t>
            </a:r>
          </a:p>
        </p:txBody>
      </p:sp>
      <p:pic>
        <p:nvPicPr>
          <p:cNvPr id="5" name="Picture 4">
            <a:extLst>
              <a:ext uri="{FF2B5EF4-FFF2-40B4-BE49-F238E27FC236}">
                <a16:creationId xmlns:a16="http://schemas.microsoft.com/office/drawing/2014/main" id="{FCCEEED3-6EE5-4BDF-9CC3-B3323D6D2E84}"/>
              </a:ext>
            </a:extLst>
          </p:cNvPr>
          <p:cNvPicPr>
            <a:picLocks noChangeAspect="1"/>
          </p:cNvPicPr>
          <p:nvPr/>
        </p:nvPicPr>
        <p:blipFill>
          <a:blip r:embed="rId2"/>
          <a:stretch>
            <a:fillRect/>
          </a:stretch>
        </p:blipFill>
        <p:spPr>
          <a:xfrm rot="5400000">
            <a:off x="8789517" y="1188471"/>
            <a:ext cx="2837865" cy="2950122"/>
          </a:xfrm>
          <a:prstGeom prst="rect">
            <a:avLst/>
          </a:prstGeom>
        </p:spPr>
      </p:pic>
      <p:sp>
        <p:nvSpPr>
          <p:cNvPr id="7" name="TextBox 6">
            <a:extLst>
              <a:ext uri="{FF2B5EF4-FFF2-40B4-BE49-F238E27FC236}">
                <a16:creationId xmlns:a16="http://schemas.microsoft.com/office/drawing/2014/main" id="{C4F44ACD-8642-4570-B9F9-67254D363CCE}"/>
              </a:ext>
            </a:extLst>
          </p:cNvPr>
          <p:cNvSpPr txBox="1"/>
          <p:nvPr/>
        </p:nvSpPr>
        <p:spPr>
          <a:xfrm>
            <a:off x="1532458" y="3842070"/>
            <a:ext cx="7200930" cy="2316468"/>
          </a:xfrm>
          <a:prstGeom prst="rect">
            <a:avLst/>
          </a:prstGeom>
          <a:noFill/>
        </p:spPr>
        <p:txBody>
          <a:bodyPr wrap="square" rtlCol="0">
            <a:spAutoFit/>
          </a:bodyPr>
          <a:lstStyle/>
          <a:p>
            <a:pPr>
              <a:lnSpc>
                <a:spcPct val="150000"/>
              </a:lnSpc>
            </a:pPr>
            <a:r>
              <a:rPr lang="en-GB" sz="1400" b="1" dirty="0">
                <a:latin typeface="Gill Sans MT" panose="020B0502020104020203" pitchFamily="34" charset="0"/>
              </a:rPr>
              <a:t>Sample Preparation</a:t>
            </a:r>
          </a:p>
          <a:p>
            <a:pPr>
              <a:lnSpc>
                <a:spcPct val="150000"/>
              </a:lnSpc>
            </a:pPr>
            <a:r>
              <a:rPr lang="en-GB" sz="1400" b="1" dirty="0">
                <a:latin typeface="Gill Sans MT" panose="020B0502020104020203" pitchFamily="34" charset="0"/>
              </a:rPr>
              <a:t>Solution-State NMR:</a:t>
            </a:r>
          </a:p>
          <a:p>
            <a:pPr marL="342900" indent="-342900">
              <a:lnSpc>
                <a:spcPct val="150000"/>
              </a:lnSpc>
              <a:buFont typeface="Arial" panose="020B0604020202020204" pitchFamily="34" charset="0"/>
              <a:buChar char="•"/>
            </a:pPr>
            <a:r>
              <a:rPr lang="en-GB" sz="1400" dirty="0">
                <a:latin typeface="Gill Sans MT" panose="020B0502020104020203" pitchFamily="34" charset="0"/>
              </a:rPr>
              <a:t>Dissolve ~5 mg of sample in 0.6–0.7 mL of deuterated solvent (e.g., CDCl₃, DMSO-d₆).</a:t>
            </a:r>
          </a:p>
          <a:p>
            <a:pPr marL="342900" indent="-342900">
              <a:lnSpc>
                <a:spcPct val="150000"/>
              </a:lnSpc>
              <a:buFont typeface="Arial" panose="020B0604020202020204" pitchFamily="34" charset="0"/>
              <a:buChar char="•"/>
            </a:pPr>
            <a:r>
              <a:rPr lang="en-GB" sz="1400" dirty="0">
                <a:latin typeface="Gill Sans MT" panose="020B0502020104020203" pitchFamily="34" charset="0"/>
              </a:rPr>
              <a:t>Transfer solution into a clean 5 mm NMR tube, cap and label correctly.</a:t>
            </a:r>
          </a:p>
          <a:p>
            <a:pPr>
              <a:lnSpc>
                <a:spcPct val="150000"/>
              </a:lnSpc>
            </a:pPr>
            <a:r>
              <a:rPr lang="en-GB" sz="1400" b="1" dirty="0">
                <a:latin typeface="Gill Sans MT" panose="020B0502020104020203" pitchFamily="34" charset="0"/>
              </a:rPr>
              <a:t>Solid-State NMR:</a:t>
            </a:r>
          </a:p>
          <a:p>
            <a:pPr marL="342900" indent="-342900">
              <a:lnSpc>
                <a:spcPct val="150000"/>
              </a:lnSpc>
              <a:buFont typeface="Arial" panose="020B0604020202020204" pitchFamily="34" charset="0"/>
              <a:buChar char="•"/>
            </a:pPr>
            <a:r>
              <a:rPr lang="en-GB" sz="1400" dirty="0">
                <a:latin typeface="Gill Sans MT" panose="020B0502020104020203" pitchFamily="34" charset="0"/>
              </a:rPr>
              <a:t>Finely grind sample.</a:t>
            </a:r>
          </a:p>
          <a:p>
            <a:pPr marL="342900" indent="-342900">
              <a:lnSpc>
                <a:spcPct val="150000"/>
              </a:lnSpc>
              <a:buFont typeface="Arial" panose="020B0604020202020204" pitchFamily="34" charset="0"/>
              <a:buChar char="•"/>
            </a:pPr>
            <a:r>
              <a:rPr lang="en-GB" sz="1400" dirty="0">
                <a:latin typeface="Gill Sans MT" panose="020B0502020104020203" pitchFamily="34" charset="0"/>
              </a:rPr>
              <a:t>Fill sample into zirconia rotors for magic angle spinning.</a:t>
            </a:r>
          </a:p>
        </p:txBody>
      </p:sp>
      <p:sp>
        <p:nvSpPr>
          <p:cNvPr id="8" name="TextBox 7">
            <a:extLst>
              <a:ext uri="{FF2B5EF4-FFF2-40B4-BE49-F238E27FC236}">
                <a16:creationId xmlns:a16="http://schemas.microsoft.com/office/drawing/2014/main" id="{F67719EF-E23F-4692-9DDC-0DAFC923F7FC}"/>
              </a:ext>
            </a:extLst>
          </p:cNvPr>
          <p:cNvSpPr txBox="1"/>
          <p:nvPr/>
        </p:nvSpPr>
        <p:spPr>
          <a:xfrm>
            <a:off x="8676238" y="4177676"/>
            <a:ext cx="3350662" cy="276999"/>
          </a:xfrm>
          <a:prstGeom prst="rect">
            <a:avLst/>
          </a:prstGeom>
          <a:noFill/>
        </p:spPr>
        <p:txBody>
          <a:bodyPr wrap="square" rtlCol="0">
            <a:spAutoFit/>
          </a:bodyPr>
          <a:lstStyle/>
          <a:p>
            <a:r>
              <a:rPr lang="en-GB" sz="1200" dirty="0">
                <a:latin typeface="Gill Sans MT" panose="020B0502020104020203" pitchFamily="34" charset="0"/>
              </a:rPr>
              <a:t>Figure 13:  Solid-state NMR (600 MHz) equipment</a:t>
            </a:r>
          </a:p>
        </p:txBody>
      </p:sp>
    </p:spTree>
    <p:extLst>
      <p:ext uri="{BB962C8B-B14F-4D97-AF65-F5344CB8AC3E}">
        <p14:creationId xmlns:p14="http://schemas.microsoft.com/office/powerpoint/2010/main" val="368507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EB619BFB-66F4-4BDB-B6E9-294BBC6E7B6C}"/>
              </a:ext>
            </a:extLst>
          </p:cNvPr>
          <p:cNvSpPr txBox="1">
            <a:spLocks/>
          </p:cNvSpPr>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defPPr>
              <a:defRPr lang="en-US"/>
            </a:defPPr>
            <a:lvl1pPr marL="0" algn="ctr" defTabSz="457200" rtl="0" eaLnBrk="1" latinLnBrk="0" hangingPunct="1">
              <a:defRPr sz="1100" kern="1200" spc="0"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pPr>
            <a:fld id="{330EA680-D336-4FF7-8B7A-9848BB0A1C32}" type="slidenum">
              <a:rPr lang="en-US" smtClean="0">
                <a:latin typeface="Gill Sans MT" panose="020B0502020104020203"/>
              </a:rPr>
              <a:pPr fontAlgn="auto">
                <a:spcBef>
                  <a:spcPts val="0"/>
                </a:spcBef>
                <a:spcAft>
                  <a:spcPts val="0"/>
                </a:spcAft>
              </a:pPr>
              <a:t>10</a:t>
            </a:fld>
            <a:endParaRPr lang="en-US">
              <a:latin typeface="Gill Sans MT" panose="020B0502020104020203"/>
            </a:endParaRPr>
          </a:p>
        </p:txBody>
      </p:sp>
      <p:sp>
        <p:nvSpPr>
          <p:cNvPr id="13" name="Title 1">
            <a:extLst>
              <a:ext uri="{FF2B5EF4-FFF2-40B4-BE49-F238E27FC236}">
                <a16:creationId xmlns:a16="http://schemas.microsoft.com/office/drawing/2014/main" id="{EF957102-2050-47BD-847D-4FE121258C34}"/>
              </a:ext>
            </a:extLst>
          </p:cNvPr>
          <p:cNvSpPr txBox="1">
            <a:spLocks/>
          </p:cNvSpPr>
          <p:nvPr/>
        </p:nvSpPr>
        <p:spPr bwMode="black">
          <a:xfrm>
            <a:off x="508488" y="0"/>
            <a:ext cx="11175023" cy="739904"/>
          </a:xfrm>
          <a:prstGeom prst="rect">
            <a:avLst/>
          </a:prstGeom>
          <a:solidFill>
            <a:srgbClr val="FFFFFF"/>
          </a:solidFill>
          <a:ln w="31750" cap="sq">
            <a:solidFill>
              <a:srgbClr val="404040"/>
            </a:solidFill>
            <a:miter lim="800000"/>
          </a:ln>
        </p:spPr>
        <p:txBody>
          <a:bodyPr vert="horz" lIns="182880" tIns="182880" rIns="182880" bIns="182880" rtlCol="0" anchor="ctr">
            <a:normAutofit fontScale="975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latin typeface="Gill Sans MT" panose="020B0502020104020203"/>
              </a:rPr>
              <a:t>RESULTS: Solid state NMR (</a:t>
            </a:r>
            <a:r>
              <a:rPr lang="en-US" baseline="30000" dirty="0">
                <a:latin typeface="Gill Sans MT" panose="020B0502020104020203"/>
              </a:rPr>
              <a:t>13</a:t>
            </a:r>
            <a:r>
              <a:rPr lang="en-US" dirty="0">
                <a:latin typeface="Gill Sans MT" panose="020B0502020104020203"/>
              </a:rPr>
              <a:t>C-NMR)</a:t>
            </a:r>
            <a:endParaRPr kumimoji="0" lang="en-US" sz="2800" b="0" i="0" u="none" strike="noStrike" kern="1200" cap="all" spc="200" normalizeH="0" baseline="0" noProof="0" dirty="0">
              <a:ln>
                <a:noFill/>
              </a:ln>
              <a:solidFill>
                <a:srgbClr val="262626"/>
              </a:solidFill>
              <a:effectLst/>
              <a:uLnTx/>
              <a:uFillTx/>
              <a:latin typeface="Gill Sans MT" panose="020B0502020104020203"/>
              <a:ea typeface="+mj-ea"/>
              <a:cs typeface="+mj-cs"/>
            </a:endParaRPr>
          </a:p>
        </p:txBody>
      </p:sp>
      <p:pic>
        <p:nvPicPr>
          <p:cNvPr id="10" name="Picture 9">
            <a:extLst>
              <a:ext uri="{FF2B5EF4-FFF2-40B4-BE49-F238E27FC236}">
                <a16:creationId xmlns:a16="http://schemas.microsoft.com/office/drawing/2014/main" id="{B2917D63-454F-442B-A156-4C8C6EEEABBE}"/>
              </a:ext>
            </a:extLst>
          </p:cNvPr>
          <p:cNvPicPr/>
          <p:nvPr/>
        </p:nvPicPr>
        <p:blipFill rotWithShape="1">
          <a:blip r:embed="rId2">
            <a:extLst>
              <a:ext uri="{28A0092B-C50C-407E-A947-70E740481C1C}">
                <a14:useLocalDpi xmlns:a14="http://schemas.microsoft.com/office/drawing/2010/main" val="0"/>
              </a:ext>
            </a:extLst>
          </a:blip>
          <a:srcRect l="8185" t="8012" r="8001" b="4589"/>
          <a:stretch/>
        </p:blipFill>
        <p:spPr bwMode="auto">
          <a:xfrm>
            <a:off x="2675291" y="844447"/>
            <a:ext cx="5805319" cy="3894849"/>
          </a:xfrm>
          <a:prstGeom prst="rect">
            <a:avLst/>
          </a:prstGeom>
          <a:noFill/>
          <a:ln>
            <a:noFill/>
          </a:ln>
          <a:extLst>
            <a:ext uri="{53640926-AAD7-44D8-BBD7-CCE9431645EC}">
              <a14:shadowObscured xmlns:a14="http://schemas.microsoft.com/office/drawing/2010/main"/>
            </a:ext>
          </a:extLst>
        </p:spPr>
      </p:pic>
      <p:sp>
        <p:nvSpPr>
          <p:cNvPr id="11" name="TextBox 10">
            <a:extLst>
              <a:ext uri="{FF2B5EF4-FFF2-40B4-BE49-F238E27FC236}">
                <a16:creationId xmlns:a16="http://schemas.microsoft.com/office/drawing/2014/main" id="{60BB69A9-2056-45F3-9EFC-3A4513CF206F}"/>
              </a:ext>
            </a:extLst>
          </p:cNvPr>
          <p:cNvSpPr txBox="1"/>
          <p:nvPr/>
        </p:nvSpPr>
        <p:spPr>
          <a:xfrm>
            <a:off x="2124635" y="4739296"/>
            <a:ext cx="8275698" cy="2182072"/>
          </a:xfrm>
          <a:prstGeom prst="rect">
            <a:avLst/>
          </a:prstGeom>
          <a:noFill/>
        </p:spPr>
        <p:txBody>
          <a:bodyPr wrap="square">
            <a:spAutoFit/>
          </a:bodyPr>
          <a:lstStyle/>
          <a:p>
            <a:pPr algn="just">
              <a:lnSpc>
                <a:spcPct val="107000"/>
              </a:lnSpc>
              <a:spcAft>
                <a:spcPts val="800"/>
              </a:spcAft>
            </a:pPr>
            <a:r>
              <a:rPr lang="en-US" sz="1600" b="1" dirty="0">
                <a:effectLst/>
                <a:latin typeface="Gill Sans MT" panose="020B0502020104020203" pitchFamily="34" charset="0"/>
                <a:ea typeface="Arial" panose="020B0604020202020204" pitchFamily="34" charset="0"/>
                <a:cs typeface="Times New Roman" panose="02020603050405020304" pitchFamily="18" charset="0"/>
              </a:rPr>
              <a:t>Figure 14:</a:t>
            </a:r>
            <a:r>
              <a:rPr lang="en-US" sz="1600" b="1" dirty="0">
                <a:latin typeface="Gill Sans MT" panose="020B0502020104020203" pitchFamily="34" charset="0"/>
                <a:ea typeface="Arial" panose="020B0604020202020204" pitchFamily="34" charset="0"/>
                <a:cs typeface="Times New Roman" panose="02020603050405020304" pitchFamily="18" charset="0"/>
              </a:rPr>
              <a:t> </a:t>
            </a:r>
            <a:r>
              <a:rPr lang="en-US" sz="1600" baseline="30000" dirty="0">
                <a:effectLst/>
                <a:latin typeface="Gill Sans MT" panose="020B0502020104020203" pitchFamily="34" charset="0"/>
                <a:ea typeface="Arial" panose="020B0604020202020204" pitchFamily="34" charset="0"/>
                <a:cs typeface="Times New Roman" panose="02020603050405020304" pitchFamily="18" charset="0"/>
              </a:rPr>
              <a:t>29</a:t>
            </a:r>
            <a:r>
              <a:rPr lang="en-US" sz="1600" dirty="0">
                <a:effectLst/>
                <a:latin typeface="Gill Sans MT" panose="020B0502020104020203" pitchFamily="34" charset="0"/>
                <a:ea typeface="Arial" panose="020B0604020202020204" pitchFamily="34" charset="0"/>
                <a:cs typeface="Times New Roman" panose="02020603050405020304" pitchFamily="18" charset="0"/>
              </a:rPr>
              <a:t>Si (left panels) and </a:t>
            </a:r>
            <a:r>
              <a:rPr lang="en-US" sz="1600" baseline="30000" dirty="0">
                <a:effectLst/>
                <a:latin typeface="Gill Sans MT" panose="020B0502020104020203" pitchFamily="34" charset="0"/>
                <a:ea typeface="Arial" panose="020B0604020202020204" pitchFamily="34" charset="0"/>
                <a:cs typeface="Times New Roman" panose="02020603050405020304" pitchFamily="18" charset="0"/>
              </a:rPr>
              <a:t>27</a:t>
            </a:r>
            <a:r>
              <a:rPr lang="en-US" sz="1600" dirty="0">
                <a:effectLst/>
                <a:latin typeface="Gill Sans MT" panose="020B0502020104020203" pitchFamily="34" charset="0"/>
                <a:ea typeface="Arial" panose="020B0604020202020204" pitchFamily="34" charset="0"/>
                <a:cs typeface="Times New Roman" panose="02020603050405020304" pitchFamily="18" charset="0"/>
              </a:rPr>
              <a:t>Al (right panels) MAS NMR spectra of Arumetsa clay samples. The </a:t>
            </a:r>
            <a:r>
              <a:rPr lang="en-US" sz="1600" baseline="30000" dirty="0">
                <a:effectLst/>
                <a:latin typeface="Gill Sans MT" panose="020B0502020104020203" pitchFamily="34" charset="0"/>
                <a:ea typeface="Arial" panose="020B0604020202020204" pitchFamily="34" charset="0"/>
                <a:cs typeface="Times New Roman" panose="02020603050405020304" pitchFamily="18" charset="0"/>
              </a:rPr>
              <a:t>29</a:t>
            </a:r>
            <a:r>
              <a:rPr lang="en-US" sz="1600" dirty="0">
                <a:effectLst/>
                <a:latin typeface="Gill Sans MT" panose="020B0502020104020203" pitchFamily="34" charset="0"/>
                <a:ea typeface="Arial" panose="020B0604020202020204" pitchFamily="34" charset="0"/>
                <a:cs typeface="Times New Roman" panose="02020603050405020304" pitchFamily="18" charset="0"/>
              </a:rPr>
              <a:t>Si spectrum of initial clay consists of a broad resonance with a maximum at -93 ppm and a shoulder at 109 ppm. After heating at 900 ℃ the resonance becomes narrower and the maximum shifts to -102 ppm. The narrow peak at -108 ppm can be assigned to almost crystalline SiO</a:t>
            </a:r>
            <a:r>
              <a:rPr lang="en-US" sz="1600" baseline="-25000" dirty="0">
                <a:effectLst/>
                <a:latin typeface="Gill Sans MT" panose="020B0502020104020203" pitchFamily="34" charset="0"/>
                <a:ea typeface="Arial" panose="020B0604020202020204" pitchFamily="34" charset="0"/>
                <a:cs typeface="Times New Roman" panose="02020603050405020304" pitchFamily="18" charset="0"/>
              </a:rPr>
              <a:t>2</a:t>
            </a:r>
            <a:r>
              <a:rPr lang="en-US" sz="1600" dirty="0">
                <a:effectLst/>
                <a:latin typeface="Gill Sans MT" panose="020B0502020104020203" pitchFamily="34" charset="0"/>
                <a:ea typeface="Arial" panose="020B0604020202020204" pitchFamily="34" charset="0"/>
                <a:cs typeface="Times New Roman" panose="02020603050405020304" pitchFamily="18" charset="0"/>
              </a:rPr>
              <a:t>. The </a:t>
            </a:r>
            <a:r>
              <a:rPr lang="en-US" sz="1600" baseline="30000" dirty="0">
                <a:effectLst/>
                <a:latin typeface="Gill Sans MT" panose="020B0502020104020203" pitchFamily="34" charset="0"/>
                <a:ea typeface="Arial" panose="020B0604020202020204" pitchFamily="34" charset="0"/>
                <a:cs typeface="Times New Roman" panose="02020603050405020304" pitchFamily="18" charset="0"/>
              </a:rPr>
              <a:t>27</a:t>
            </a:r>
            <a:r>
              <a:rPr lang="en-US" sz="1600" dirty="0">
                <a:effectLst/>
                <a:latin typeface="Gill Sans MT" panose="020B0502020104020203" pitchFamily="34" charset="0"/>
                <a:ea typeface="Arial" panose="020B0604020202020204" pitchFamily="34" charset="0"/>
                <a:cs typeface="Times New Roman" panose="02020603050405020304" pitchFamily="18" charset="0"/>
              </a:rPr>
              <a:t>Al spectrum of initial clay shows the main peak at 0.9 ppm belonging to octahedral aluminum sites. The two peaks at 56.1 and 67.3 ppm belong to the tetrahedral aluminum sites. After calcination, the spectrum shows that majority of the aluminum obtains tetrahedral surrounding as seen in the spectrum in right top panel. </a:t>
            </a:r>
            <a:endParaRPr lang="en-GB" sz="1600" dirty="0">
              <a:effectLst/>
              <a:latin typeface="Gill Sans MT" panose="020B0502020104020203" pitchFamily="34" charset="0"/>
              <a:ea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1871471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EB619BFB-66F4-4BDB-B6E9-294BBC6E7B6C}"/>
              </a:ext>
            </a:extLst>
          </p:cNvPr>
          <p:cNvSpPr txBox="1">
            <a:spLocks/>
          </p:cNvSpPr>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defPPr>
              <a:defRPr lang="en-US"/>
            </a:defPPr>
            <a:lvl1pPr marL="0" algn="ctr" defTabSz="457200" rtl="0" eaLnBrk="1" latinLnBrk="0" hangingPunct="1">
              <a:defRPr sz="1100" kern="1200" spc="0"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pPr>
            <a:fld id="{330EA680-D336-4FF7-8B7A-9848BB0A1C32}" type="slidenum">
              <a:rPr lang="en-US" smtClean="0">
                <a:latin typeface="Gill Sans MT" panose="020B0502020104020203"/>
              </a:rPr>
              <a:pPr fontAlgn="auto">
                <a:spcBef>
                  <a:spcPts val="0"/>
                </a:spcBef>
                <a:spcAft>
                  <a:spcPts val="0"/>
                </a:spcAft>
              </a:pPr>
              <a:t>11</a:t>
            </a:fld>
            <a:endParaRPr lang="en-US">
              <a:latin typeface="Gill Sans MT" panose="020B0502020104020203"/>
            </a:endParaRPr>
          </a:p>
        </p:txBody>
      </p:sp>
      <p:sp>
        <p:nvSpPr>
          <p:cNvPr id="13" name="Title 1">
            <a:extLst>
              <a:ext uri="{FF2B5EF4-FFF2-40B4-BE49-F238E27FC236}">
                <a16:creationId xmlns:a16="http://schemas.microsoft.com/office/drawing/2014/main" id="{EF957102-2050-47BD-847D-4FE121258C34}"/>
              </a:ext>
            </a:extLst>
          </p:cNvPr>
          <p:cNvSpPr txBox="1">
            <a:spLocks/>
          </p:cNvSpPr>
          <p:nvPr/>
        </p:nvSpPr>
        <p:spPr bwMode="black">
          <a:xfrm>
            <a:off x="562630" y="2637858"/>
            <a:ext cx="11175023" cy="739904"/>
          </a:xfrm>
          <a:prstGeom prst="rect">
            <a:avLst/>
          </a:prstGeom>
          <a:solidFill>
            <a:srgbClr val="FFFFFF"/>
          </a:solidFill>
          <a:ln w="31750" cap="sq">
            <a:solidFill>
              <a:srgbClr val="404040"/>
            </a:solidFill>
            <a:miter lim="800000"/>
          </a:ln>
        </p:spPr>
        <p:txBody>
          <a:bodyPr vert="horz" lIns="182880" tIns="182880" rIns="182880" bIns="182880" rtlCol="0" anchor="ctr">
            <a:normAutofit fontScale="975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all" spc="200" normalizeH="0" baseline="0" noProof="0" dirty="0">
                <a:ln>
                  <a:noFill/>
                </a:ln>
                <a:solidFill>
                  <a:srgbClr val="262626"/>
                </a:solidFill>
                <a:effectLst/>
                <a:uLnTx/>
                <a:uFillTx/>
                <a:latin typeface="Gill Sans MT" panose="020B0502020104020203"/>
                <a:ea typeface="+mj-ea"/>
                <a:cs typeface="+mj-cs"/>
              </a:rPr>
              <a:t>Thank you</a:t>
            </a:r>
          </a:p>
        </p:txBody>
      </p:sp>
    </p:spTree>
    <p:extLst>
      <p:ext uri="{BB962C8B-B14F-4D97-AF65-F5344CB8AC3E}">
        <p14:creationId xmlns:p14="http://schemas.microsoft.com/office/powerpoint/2010/main" val="4279488070"/>
      </p:ext>
    </p:extLst>
  </p:cSld>
  <p:clrMapOvr>
    <a:masterClrMapping/>
  </p:clrMapOvr>
</p:sld>
</file>

<file path=ppt/theme/theme1.xml><?xml version="1.0" encoding="utf-8"?>
<a:theme xmlns:a="http://schemas.openxmlformats.org/drawingml/2006/main" name="Office design">
  <a:themeElements>
    <a:clrScheme name="TalTech">
      <a:dk1>
        <a:srgbClr val="000000"/>
      </a:dk1>
      <a:lt1>
        <a:srgbClr val="FFFFFF"/>
      </a:lt1>
      <a:dk2>
        <a:srgbClr val="332B60"/>
      </a:dk2>
      <a:lt2>
        <a:srgbClr val="DADAE4"/>
      </a:lt2>
      <a:accent1>
        <a:srgbClr val="E4067E"/>
      </a:accent1>
      <a:accent2>
        <a:srgbClr val="9396B0"/>
      </a:accent2>
      <a:accent3>
        <a:srgbClr val="AB1352"/>
      </a:accent3>
      <a:accent4>
        <a:srgbClr val="4FBFD3"/>
      </a:accent4>
      <a:accent5>
        <a:srgbClr val="332B60"/>
      </a:accent5>
      <a:accent6>
        <a:srgbClr val="DADAE4"/>
      </a:accent6>
      <a:hlink>
        <a:srgbClr val="AB1352"/>
      </a:hlink>
      <a:folHlink>
        <a:srgbClr val="AB1352"/>
      </a:folHlink>
    </a:clrScheme>
    <a:fontScheme name="TTÜ">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wrap="square" rtlCol="0" anchor="ctr">
        <a:noAutofit/>
      </a:bodyP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NEWNEW" id="{65034802-83F1-DE41-A876-6851A238EDFE}" vid="{814C7433-F944-B249-91D8-8F253693ECE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47699671-53c0-416d-a493-795767c7de2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8CF2C98FAFF1E4F802028D6C843F0D9" ma:contentTypeVersion="18" ma:contentTypeDescription="Create a new document." ma:contentTypeScope="" ma:versionID="3a241fa42111d7d19d430df7c1a2aca9">
  <xsd:schema xmlns:xsd="http://www.w3.org/2001/XMLSchema" xmlns:xs="http://www.w3.org/2001/XMLSchema" xmlns:p="http://schemas.microsoft.com/office/2006/metadata/properties" xmlns:ns3="9ca64c10-124c-43e9-a945-60a8f4e28deb" xmlns:ns4="47699671-53c0-416d-a493-795767c7de24" targetNamespace="http://schemas.microsoft.com/office/2006/metadata/properties" ma:root="true" ma:fieldsID="d8c567517db493bb208ed37e50dea853" ns3:_="" ns4:_="">
    <xsd:import namespace="9ca64c10-124c-43e9-a945-60a8f4e28deb"/>
    <xsd:import namespace="47699671-53c0-416d-a493-795767c7de2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Location" minOccurs="0"/>
                <xsd:element ref="ns4:MediaServiceEventHashCode" minOccurs="0"/>
                <xsd:element ref="ns4:MediaServiceGenerationTime" minOccurs="0"/>
                <xsd:element ref="ns4:MediaServiceAutoKeyPoints" minOccurs="0"/>
                <xsd:element ref="ns4:MediaServiceKeyPoints" minOccurs="0"/>
                <xsd:element ref="ns4:MediaLengthInSeconds" minOccurs="0"/>
                <xsd:element ref="ns4:_activity" minOccurs="0"/>
                <xsd:element ref="ns4:MediaServiceObjectDetectorVersions" minOccurs="0"/>
                <xsd:element ref="ns4:MediaServiceSystemTag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a64c10-124c-43e9-a945-60a8f4e28deb"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7699671-53c0-416d-a493-795767c7de24"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MediaServiceLocation" ma:internalName="MediaServiceLocation"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DE004D-AA39-4720-9E73-907DF5A178C2}">
  <ds:schemaRefs>
    <ds:schemaRef ds:uri="9ca64c10-124c-43e9-a945-60a8f4e28deb"/>
    <ds:schemaRef ds:uri="http://purl.org/dc/elements/1.1/"/>
    <ds:schemaRef ds:uri="47699671-53c0-416d-a493-795767c7de24"/>
    <ds:schemaRef ds:uri="http://schemas.microsoft.com/office/2006/documentManagement/types"/>
    <ds:schemaRef ds:uri="http://purl.org/dc/dcmitype/"/>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B33ADE20-8276-422E-8D55-097BEB9DB7FF}">
  <ds:schemaRefs>
    <ds:schemaRef ds:uri="47699671-53c0-416d-a493-795767c7de24"/>
    <ds:schemaRef ds:uri="9ca64c10-124c-43e9-a945-60a8f4e28de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E5AD2C9-C5B3-468D-91FD-6CCA73A821C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3818</TotalTime>
  <Words>1063</Words>
  <Application>Microsoft Office PowerPoint</Application>
  <PresentationFormat>Widescreen</PresentationFormat>
  <Paragraphs>156</Paragraphs>
  <Slides>11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Calibri Light</vt:lpstr>
      <vt:lpstr>Gill Sans MT</vt:lpstr>
      <vt:lpstr>Times New Roman</vt:lpstr>
      <vt:lpstr>Verdana</vt:lpstr>
      <vt:lpstr>Wingdings</vt:lpstr>
      <vt:lpstr>Office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Tallinn University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PowerPointi esitlus</dc:title>
  <dc:creator>Anu Teder</dc:creator>
  <cp:lastModifiedBy>Ademola Michael Adegbile</cp:lastModifiedBy>
  <cp:revision>166</cp:revision>
  <dcterms:created xsi:type="dcterms:W3CDTF">2018-09-19T06:51:01Z</dcterms:created>
  <dcterms:modified xsi:type="dcterms:W3CDTF">2025-05-16T12:15:04Z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9643374</vt:lpwstr>
  </property>
  <property fmtid="{D5CDD505-2E9C-101B-9397-08002B2CF9AE}" pid="3" name="NXPowerLiteSettings">
    <vt:lpwstr>C780073804F000</vt:lpwstr>
  </property>
  <property fmtid="{D5CDD505-2E9C-101B-9397-08002B2CF9AE}" pid="4" name="NXPowerLiteVersion">
    <vt:lpwstr>D8.0.4</vt:lpwstr>
  </property>
  <property fmtid="{D5CDD505-2E9C-101B-9397-08002B2CF9AE}" pid="5" name="ContentTypeId">
    <vt:lpwstr>0x010100F8CF2C98FAFF1E4F802028D6C843F0D9</vt:lpwstr>
  </property>
</Properties>
</file>