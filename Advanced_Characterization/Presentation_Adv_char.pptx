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2" r:id="rId4"/>
  </p:sldMasterIdLst>
  <p:notesMasterIdLst>
    <p:notesMasterId r:id="rId30"/>
  </p:notesMasterIdLst>
  <p:handoutMasterIdLst>
    <p:handoutMasterId r:id="rId31"/>
  </p:handoutMasterIdLst>
  <p:sldIdLst>
    <p:sldId id="256" r:id="rId5"/>
    <p:sldId id="316" r:id="rId6"/>
    <p:sldId id="317" r:id="rId7"/>
    <p:sldId id="318" r:id="rId8"/>
    <p:sldId id="319" r:id="rId9"/>
    <p:sldId id="325" r:id="rId10"/>
    <p:sldId id="342" r:id="rId11"/>
    <p:sldId id="345" r:id="rId12"/>
    <p:sldId id="343" r:id="rId13"/>
    <p:sldId id="344" r:id="rId14"/>
    <p:sldId id="329" r:id="rId15"/>
    <p:sldId id="330" r:id="rId16"/>
    <p:sldId id="331" r:id="rId17"/>
    <p:sldId id="332" r:id="rId18"/>
    <p:sldId id="333" r:id="rId19"/>
    <p:sldId id="334" r:id="rId20"/>
    <p:sldId id="336" r:id="rId21"/>
    <p:sldId id="335" r:id="rId22"/>
    <p:sldId id="338" r:id="rId23"/>
    <p:sldId id="339" r:id="rId24"/>
    <p:sldId id="340" r:id="rId25"/>
    <p:sldId id="341" r:id="rId26"/>
    <p:sldId id="337" r:id="rId27"/>
    <p:sldId id="328" r:id="rId28"/>
    <p:sldId id="327" r:id="rId29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 slides" id="{EE36AF8D-5BEB-E041-9101-0495C1E2400F}">
          <p14:sldIdLst>
            <p14:sldId id="256"/>
            <p14:sldId id="316"/>
            <p14:sldId id="317"/>
            <p14:sldId id="318"/>
            <p14:sldId id="319"/>
            <p14:sldId id="325"/>
            <p14:sldId id="342"/>
            <p14:sldId id="345"/>
            <p14:sldId id="343"/>
            <p14:sldId id="344"/>
            <p14:sldId id="329"/>
            <p14:sldId id="330"/>
            <p14:sldId id="331"/>
            <p14:sldId id="332"/>
            <p14:sldId id="333"/>
            <p14:sldId id="334"/>
            <p14:sldId id="336"/>
            <p14:sldId id="335"/>
            <p14:sldId id="338"/>
            <p14:sldId id="339"/>
            <p14:sldId id="340"/>
            <p14:sldId id="341"/>
            <p14:sldId id="337"/>
            <p14:sldId id="328"/>
            <p14:sldId id="32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emola Michael Adegbile" initials="AMA" lastIdx="1" clrIdx="0">
    <p:extLst>
      <p:ext uri="{19B8F6BF-5375-455C-9EA6-DF929625EA0E}">
        <p15:presenceInfo xmlns:p15="http://schemas.microsoft.com/office/powerpoint/2012/main" userId="S::aadegb@taltech.ee::4b66100a-cab5-4ec7-b915-66a89aed319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2B60"/>
    <a:srgbClr val="4FBFD3"/>
    <a:srgbClr val="E4067E"/>
    <a:srgbClr val="4F4C4E"/>
    <a:srgbClr val="808285"/>
    <a:srgbClr val="96004F"/>
    <a:srgbClr val="4D4D4F"/>
    <a:srgbClr val="C9C9C9"/>
    <a:srgbClr val="D385A9"/>
    <a:srgbClr val="C25B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861DB6-9FCB-CA97-036D-A28E8016C1BA}" v="3" dt="2025-03-12T08:52:08.5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84E427A-3D55-4303-BF80-6455036E1DE7}" styleName="Kujunduslaad 1 – rõhk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Kujunduslaad 1 – rõhk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3" d="100"/>
          <a:sy n="153" d="100"/>
        </p:scale>
        <p:origin x="576" y="15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commentAuthors" Target="commentAuthors.xml"/><Relationship Id="rId37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37233B-0833-EF40-A4A4-4DDA2CCDF12B}" type="datetimeFigureOut">
              <a:rPr lang="en-US" smtClean="0"/>
              <a:t>5/2/2025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78668B-42F9-8648-A8AF-436CB12C4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0764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7A5CFB8B-B9EB-4E3F-B143-7BE1A009C8C1}" type="datetimeFigureOut">
              <a:rPr lang="en-US"/>
              <a:pPr>
                <a:defRPr/>
              </a:pPr>
              <a:t>5/2/2025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89D10C4C-EAC2-4D66-B9F8-E052F2E25BCC}" type="slidenum">
              <a:rPr lang="en-US" altLang="et-EE"/>
              <a:pPr>
                <a:defRPr/>
              </a:pPr>
              <a:t>‹#›</a:t>
            </a:fld>
            <a:endParaRPr lang="en-US" altLang="et-EE"/>
          </a:p>
        </p:txBody>
      </p:sp>
    </p:spTree>
    <p:extLst>
      <p:ext uri="{BB962C8B-B14F-4D97-AF65-F5344CB8AC3E}">
        <p14:creationId xmlns:p14="http://schemas.microsoft.com/office/powerpoint/2010/main" val="203485021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9D10C4C-EAC2-4D66-B9F8-E052F2E25BCC}" type="slidenum">
              <a:rPr lang="en-US" altLang="et-EE" smtClean="0"/>
              <a:pPr>
                <a:defRPr/>
              </a:pPr>
              <a:t>3</a:t>
            </a:fld>
            <a:endParaRPr lang="en-US" altLang="et-EE"/>
          </a:p>
        </p:txBody>
      </p:sp>
    </p:spTree>
    <p:extLst>
      <p:ext uri="{BB962C8B-B14F-4D97-AF65-F5344CB8AC3E}">
        <p14:creationId xmlns:p14="http://schemas.microsoft.com/office/powerpoint/2010/main" val="16220588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9D10C4C-EAC2-4D66-B9F8-E052F2E25BCC}" type="slidenum">
              <a:rPr lang="en-US" altLang="et-EE" smtClean="0"/>
              <a:pPr>
                <a:defRPr/>
              </a:pPr>
              <a:t>6</a:t>
            </a:fld>
            <a:endParaRPr lang="en-US" altLang="et-EE"/>
          </a:p>
        </p:txBody>
      </p:sp>
    </p:spTree>
    <p:extLst>
      <p:ext uri="{BB962C8B-B14F-4D97-AF65-F5344CB8AC3E}">
        <p14:creationId xmlns:p14="http://schemas.microsoft.com/office/powerpoint/2010/main" val="337279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9D10C4C-EAC2-4D66-B9F8-E052F2E25BCC}" type="slidenum">
              <a:rPr lang="en-US" altLang="et-EE" smtClean="0"/>
              <a:pPr>
                <a:defRPr/>
              </a:pPr>
              <a:t>14</a:t>
            </a:fld>
            <a:endParaRPr lang="en-US" altLang="et-EE"/>
          </a:p>
        </p:txBody>
      </p:sp>
    </p:spTree>
    <p:extLst>
      <p:ext uri="{BB962C8B-B14F-4D97-AF65-F5344CB8AC3E}">
        <p14:creationId xmlns:p14="http://schemas.microsoft.com/office/powerpoint/2010/main" val="15479090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9D10C4C-EAC2-4D66-B9F8-E052F2E25BCC}" type="slidenum">
              <a:rPr lang="en-US" altLang="et-EE" smtClean="0"/>
              <a:pPr>
                <a:defRPr/>
              </a:pPr>
              <a:t>15</a:t>
            </a:fld>
            <a:endParaRPr lang="en-US" altLang="et-EE"/>
          </a:p>
        </p:txBody>
      </p:sp>
    </p:spTree>
    <p:extLst>
      <p:ext uri="{BB962C8B-B14F-4D97-AF65-F5344CB8AC3E}">
        <p14:creationId xmlns:p14="http://schemas.microsoft.com/office/powerpoint/2010/main" val="11325770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9D10C4C-EAC2-4D66-B9F8-E052F2E25BCC}" type="slidenum">
              <a:rPr lang="en-US" altLang="et-EE" smtClean="0"/>
              <a:pPr>
                <a:defRPr/>
              </a:pPr>
              <a:t>16</a:t>
            </a:fld>
            <a:endParaRPr lang="en-US" altLang="et-EE"/>
          </a:p>
        </p:txBody>
      </p:sp>
    </p:spTree>
    <p:extLst>
      <p:ext uri="{BB962C8B-B14F-4D97-AF65-F5344CB8AC3E}">
        <p14:creationId xmlns:p14="http://schemas.microsoft.com/office/powerpoint/2010/main" val="29594489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9D10C4C-EAC2-4D66-B9F8-E052F2E25BCC}" type="slidenum">
              <a:rPr lang="en-US" altLang="et-EE" smtClean="0"/>
              <a:pPr>
                <a:defRPr/>
              </a:pPr>
              <a:t>17</a:t>
            </a:fld>
            <a:endParaRPr lang="en-US" altLang="et-EE"/>
          </a:p>
        </p:txBody>
      </p:sp>
    </p:spTree>
    <p:extLst>
      <p:ext uri="{BB962C8B-B14F-4D97-AF65-F5344CB8AC3E}">
        <p14:creationId xmlns:p14="http://schemas.microsoft.com/office/powerpoint/2010/main" val="39942469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9D10C4C-EAC2-4D66-B9F8-E052F2E25BCC}" type="slidenum">
              <a:rPr lang="en-US" altLang="et-EE" smtClean="0"/>
              <a:pPr>
                <a:defRPr/>
              </a:pPr>
              <a:t>18</a:t>
            </a:fld>
            <a:endParaRPr lang="en-US" altLang="et-EE"/>
          </a:p>
        </p:txBody>
      </p:sp>
    </p:spTree>
    <p:extLst>
      <p:ext uri="{BB962C8B-B14F-4D97-AF65-F5344CB8AC3E}">
        <p14:creationId xmlns:p14="http://schemas.microsoft.com/office/powerpoint/2010/main" val="1599052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9D10C4C-EAC2-4D66-B9F8-E052F2E25BCC}" type="slidenum">
              <a:rPr lang="en-US" altLang="et-EE" smtClean="0"/>
              <a:pPr>
                <a:defRPr/>
              </a:pPr>
              <a:t>19</a:t>
            </a:fld>
            <a:endParaRPr lang="en-US" altLang="et-EE"/>
          </a:p>
        </p:txBody>
      </p:sp>
    </p:spTree>
    <p:extLst>
      <p:ext uri="{BB962C8B-B14F-4D97-AF65-F5344CB8AC3E}">
        <p14:creationId xmlns:p14="http://schemas.microsoft.com/office/powerpoint/2010/main" val="39315648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9D10C4C-EAC2-4D66-B9F8-E052F2E25BCC}" type="slidenum">
              <a:rPr lang="en-US" altLang="et-EE" smtClean="0"/>
              <a:pPr>
                <a:defRPr/>
              </a:pPr>
              <a:t>20</a:t>
            </a:fld>
            <a:endParaRPr lang="en-US" altLang="et-EE"/>
          </a:p>
        </p:txBody>
      </p:sp>
    </p:spTree>
    <p:extLst>
      <p:ext uri="{BB962C8B-B14F-4D97-AF65-F5344CB8AC3E}">
        <p14:creationId xmlns:p14="http://schemas.microsoft.com/office/powerpoint/2010/main" val="17873513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9D10C4C-EAC2-4D66-B9F8-E052F2E25BCC}" type="slidenum">
              <a:rPr lang="en-US" altLang="et-EE" smtClean="0"/>
              <a:pPr>
                <a:defRPr/>
              </a:pPr>
              <a:t>21</a:t>
            </a:fld>
            <a:endParaRPr lang="en-US" altLang="et-EE"/>
          </a:p>
        </p:txBody>
      </p:sp>
    </p:spTree>
    <p:extLst>
      <p:ext uri="{BB962C8B-B14F-4D97-AF65-F5344CB8AC3E}">
        <p14:creationId xmlns:p14="http://schemas.microsoft.com/office/powerpoint/2010/main" val="16064705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9D10C4C-EAC2-4D66-B9F8-E052F2E25BCC}" type="slidenum">
              <a:rPr lang="en-US" altLang="et-EE" smtClean="0"/>
              <a:pPr>
                <a:defRPr/>
              </a:pPr>
              <a:t>22</a:t>
            </a:fld>
            <a:endParaRPr lang="en-US" altLang="et-EE"/>
          </a:p>
        </p:txBody>
      </p:sp>
    </p:spTree>
    <p:extLst>
      <p:ext uri="{BB962C8B-B14F-4D97-AF65-F5344CB8AC3E}">
        <p14:creationId xmlns:p14="http://schemas.microsoft.com/office/powerpoint/2010/main" val="21303749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9D10C4C-EAC2-4D66-B9F8-E052F2E25BCC}" type="slidenum">
              <a:rPr lang="en-US" altLang="et-EE" smtClean="0"/>
              <a:pPr>
                <a:defRPr/>
              </a:pPr>
              <a:t>23</a:t>
            </a:fld>
            <a:endParaRPr lang="en-US" altLang="et-EE"/>
          </a:p>
        </p:txBody>
      </p:sp>
    </p:spTree>
    <p:extLst>
      <p:ext uri="{BB962C8B-B14F-4D97-AF65-F5344CB8AC3E}">
        <p14:creationId xmlns:p14="http://schemas.microsoft.com/office/powerpoint/2010/main" val="5673967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everyd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lt 16">
            <a:extLst>
              <a:ext uri="{FF2B5EF4-FFF2-40B4-BE49-F238E27FC236}">
                <a16:creationId xmlns:a16="http://schemas.microsoft.com/office/drawing/2014/main" id="{832C7D4B-18B0-4597-A1E7-2A51EC61B16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1999" cy="5705497"/>
          </a:xfrm>
          <a:prstGeom prst="rect">
            <a:avLst/>
          </a:prstGeom>
        </p:spPr>
      </p:pic>
      <p:sp>
        <p:nvSpPr>
          <p:cNvPr id="10" name="Freeform 9"/>
          <p:cNvSpPr/>
          <p:nvPr userDrawn="1"/>
        </p:nvSpPr>
        <p:spPr>
          <a:xfrm>
            <a:off x="-1" y="3312687"/>
            <a:ext cx="12192000" cy="3545313"/>
          </a:xfrm>
          <a:custGeom>
            <a:avLst/>
            <a:gdLst>
              <a:gd name="connsiteX0" fmla="*/ 986101 w 12192000"/>
              <a:gd name="connsiteY0" fmla="*/ 0 h 3545313"/>
              <a:gd name="connsiteX1" fmla="*/ 12192000 w 12192000"/>
              <a:gd name="connsiteY1" fmla="*/ 0 h 3545313"/>
              <a:gd name="connsiteX2" fmla="*/ 12192000 w 12192000"/>
              <a:gd name="connsiteY2" fmla="*/ 510802 h 3545313"/>
              <a:gd name="connsiteX3" fmla="*/ 12192000 w 12192000"/>
              <a:gd name="connsiteY3" fmla="*/ 1543258 h 3545313"/>
              <a:gd name="connsiteX4" fmla="*/ 12192000 w 12192000"/>
              <a:gd name="connsiteY4" fmla="*/ 3545313 h 3545313"/>
              <a:gd name="connsiteX5" fmla="*/ 986101 w 12192000"/>
              <a:gd name="connsiteY5" fmla="*/ 3545313 h 3545313"/>
              <a:gd name="connsiteX6" fmla="*/ 475299 w 12192000"/>
              <a:gd name="connsiteY6" fmla="*/ 3545313 h 3545313"/>
              <a:gd name="connsiteX7" fmla="*/ 0 w 12192000"/>
              <a:gd name="connsiteY7" fmla="*/ 3545313 h 3545313"/>
              <a:gd name="connsiteX8" fmla="*/ 0 w 12192000"/>
              <a:gd name="connsiteY8" fmla="*/ 1543258 h 3545313"/>
              <a:gd name="connsiteX9" fmla="*/ 475299 w 12192000"/>
              <a:gd name="connsiteY9" fmla="*/ 1543258 h 3545313"/>
              <a:gd name="connsiteX10" fmla="*/ 475299 w 12192000"/>
              <a:gd name="connsiteY10" fmla="*/ 510802 h 3545313"/>
              <a:gd name="connsiteX11" fmla="*/ 986101 w 12192000"/>
              <a:gd name="connsiteY11" fmla="*/ 510802 h 35453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3545313">
                <a:moveTo>
                  <a:pt x="986101" y="0"/>
                </a:moveTo>
                <a:lnTo>
                  <a:pt x="12192000" y="0"/>
                </a:lnTo>
                <a:lnTo>
                  <a:pt x="12192000" y="510802"/>
                </a:lnTo>
                <a:lnTo>
                  <a:pt x="12192000" y="1543258"/>
                </a:lnTo>
                <a:lnTo>
                  <a:pt x="12192000" y="3545313"/>
                </a:lnTo>
                <a:lnTo>
                  <a:pt x="986101" y="3545313"/>
                </a:lnTo>
                <a:lnTo>
                  <a:pt x="475299" y="3545313"/>
                </a:lnTo>
                <a:lnTo>
                  <a:pt x="0" y="3545313"/>
                </a:lnTo>
                <a:lnTo>
                  <a:pt x="0" y="1543258"/>
                </a:lnTo>
                <a:lnTo>
                  <a:pt x="475299" y="1543258"/>
                </a:lnTo>
                <a:lnTo>
                  <a:pt x="475299" y="510802"/>
                </a:lnTo>
                <a:lnTo>
                  <a:pt x="986101" y="51080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TextBox 5"/>
          <p:cNvSpPr txBox="1">
            <a:spLocks noChangeArrowheads="1"/>
          </p:cNvSpPr>
          <p:nvPr userDrawn="1"/>
        </p:nvSpPr>
        <p:spPr bwMode="auto">
          <a:xfrm>
            <a:off x="0" y="-992188"/>
            <a:ext cx="18415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 eaLnBrk="1" hangingPunct="1">
              <a:defRPr/>
            </a:pPr>
            <a:endParaRPr lang="en-US" altLang="en-US"/>
          </a:p>
        </p:txBody>
      </p:sp>
      <p:sp>
        <p:nvSpPr>
          <p:cNvPr id="11" name="Text Placeholder 17"/>
          <p:cNvSpPr>
            <a:spLocks noGrp="1"/>
          </p:cNvSpPr>
          <p:nvPr>
            <p:ph type="body" sz="quarter" idx="12" hasCustomPrompt="1"/>
          </p:nvPr>
        </p:nvSpPr>
        <p:spPr>
          <a:xfrm>
            <a:off x="942276" y="4472120"/>
            <a:ext cx="8892396" cy="48961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3200" b="1" i="0" cap="all" baseline="0">
                <a:solidFill>
                  <a:schemeClr val="tx2"/>
                </a:solidFill>
                <a:latin typeface="Verdana" charset="0"/>
              </a:defRPr>
            </a:lvl1pPr>
          </a:lstStyle>
          <a:p>
            <a:r>
              <a:rPr lang="et-EE" sz="3600" err="1"/>
              <a:t>Presentation</a:t>
            </a:r>
            <a:r>
              <a:rPr lang="et-EE" sz="3600"/>
              <a:t> </a:t>
            </a:r>
            <a:r>
              <a:rPr lang="et-EE" sz="3600" err="1"/>
              <a:t>title</a:t>
            </a:r>
            <a:endParaRPr lang="et-EE" sz="3600"/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13" hasCustomPrompt="1"/>
          </p:nvPr>
        </p:nvSpPr>
        <p:spPr>
          <a:xfrm>
            <a:off x="964578" y="6013392"/>
            <a:ext cx="4738535" cy="78274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000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t-EE" sz="1800" err="1">
                <a:solidFill>
                  <a:srgbClr val="332B60"/>
                </a:solidFill>
              </a:rPr>
              <a:t>Name</a:t>
            </a:r>
            <a:r>
              <a:rPr lang="et-EE" sz="1800">
                <a:solidFill>
                  <a:srgbClr val="332B60"/>
                </a:solidFill>
              </a:rPr>
              <a:t> </a:t>
            </a:r>
            <a:r>
              <a:rPr lang="et-EE" sz="1800" err="1">
                <a:solidFill>
                  <a:srgbClr val="332B60"/>
                </a:solidFill>
              </a:rPr>
              <a:t>Familyname</a:t>
            </a:r>
            <a:br>
              <a:rPr lang="et-EE" sz="1800">
                <a:solidFill>
                  <a:srgbClr val="332B60"/>
                </a:solidFill>
              </a:rPr>
            </a:br>
            <a:r>
              <a:rPr lang="et-EE" sz="1800" err="1"/>
              <a:t>Faculty</a:t>
            </a:r>
            <a:r>
              <a:rPr lang="et-EE" sz="1800"/>
              <a:t> </a:t>
            </a:r>
            <a:r>
              <a:rPr lang="et-EE" sz="1800">
                <a:solidFill>
                  <a:srgbClr val="332B60"/>
                </a:solidFill>
              </a:rPr>
              <a:t>/ </a:t>
            </a:r>
            <a:r>
              <a:rPr lang="et-EE" sz="1800" err="1">
                <a:solidFill>
                  <a:srgbClr val="332B60"/>
                </a:solidFill>
              </a:rPr>
              <a:t>Institute</a:t>
            </a:r>
            <a:r>
              <a:rPr lang="et-EE" sz="1800">
                <a:solidFill>
                  <a:srgbClr val="332B60"/>
                </a:solidFill>
              </a:rPr>
              <a:t> </a:t>
            </a:r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14" hasCustomPrompt="1"/>
          </p:nvPr>
        </p:nvSpPr>
        <p:spPr>
          <a:xfrm>
            <a:off x="942276" y="4961733"/>
            <a:ext cx="8892396" cy="481427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3200" b="1" i="0" cap="all" baseline="0">
                <a:solidFill>
                  <a:schemeClr val="accent1"/>
                </a:solidFill>
                <a:latin typeface="Verdana" charset="0"/>
              </a:defRPr>
            </a:lvl1pPr>
          </a:lstStyle>
          <a:p>
            <a:r>
              <a:rPr lang="et-EE" sz="3600"/>
              <a:t>On </a:t>
            </a:r>
            <a:r>
              <a:rPr lang="et-EE" sz="3600" err="1"/>
              <a:t>two</a:t>
            </a:r>
            <a:r>
              <a:rPr lang="et-EE" sz="3600"/>
              <a:t> </a:t>
            </a:r>
            <a:r>
              <a:rPr lang="et-EE" sz="3600" err="1"/>
              <a:t>rows</a:t>
            </a:r>
            <a:r>
              <a:rPr lang="et-EE" sz="3600"/>
              <a:t> </a:t>
            </a:r>
            <a:r>
              <a:rPr lang="et-EE" sz="3600" err="1"/>
              <a:t>if</a:t>
            </a:r>
            <a:r>
              <a:rPr lang="et-EE" sz="3600"/>
              <a:t> </a:t>
            </a:r>
            <a:r>
              <a:rPr lang="et-EE" sz="3600" err="1"/>
              <a:t>necessary</a:t>
            </a:r>
            <a:endParaRPr lang="et-EE" sz="360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623AA-F127-438E-83EA-5A4B108798AD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878878" y="6208816"/>
            <a:ext cx="1916097" cy="365125"/>
          </a:xfrm>
          <a:prstGeom prst="rect">
            <a:avLst/>
          </a:prstGeom>
        </p:spPr>
        <p:txBody>
          <a:bodyPr/>
          <a:lstStyle>
            <a:lvl1pPr>
              <a:defRPr sz="2200">
                <a:solidFill>
                  <a:schemeClr val="tx2"/>
                </a:solidFill>
                <a:latin typeface="+mn-lt"/>
              </a:defRPr>
            </a:lvl1pPr>
          </a:lstStyle>
          <a:p>
            <a:fld id="{753892C2-EB78-4D5A-B775-B61492AB87AF}" type="datetime1">
              <a:rPr lang="et-EE" smtClean="0"/>
              <a:t>02.05.2025</a:t>
            </a:fld>
            <a:endParaRPr lang="et-EE"/>
          </a:p>
        </p:txBody>
      </p:sp>
      <p:pic>
        <p:nvPicPr>
          <p:cNvPr id="15" name="Picture 3" descr="C:\Users\ipihu\Desktop\logo.png">
            <a:extLst>
              <a:ext uri="{FF2B5EF4-FFF2-40B4-BE49-F238E27FC236}">
                <a16:creationId xmlns:a16="http://schemas.microsoft.com/office/drawing/2014/main" id="{317F9883-BBE6-4691-9B4E-6E83B08E5FD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86800" y="1966097"/>
            <a:ext cx="2449513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lt 12">
            <a:extLst>
              <a:ext uri="{FF2B5EF4-FFF2-40B4-BE49-F238E27FC236}">
                <a16:creationId xmlns:a16="http://schemas.microsoft.com/office/drawing/2014/main" id="{388DC574-8DC9-41D9-9FF1-A9465364E3D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676624" y="6205213"/>
            <a:ext cx="2446760" cy="33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3728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in descending or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4" y="549275"/>
            <a:ext cx="10494517" cy="810888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n-US"/>
              <a:t>Slide title</a:t>
            </a:r>
            <a:br>
              <a:rPr lang="en-US"/>
            </a:br>
            <a:r>
              <a:rPr lang="en-US"/>
              <a:t>on two lines</a:t>
            </a:r>
            <a:r>
              <a:rPr lang="et-EE"/>
              <a:t> </a:t>
            </a:r>
            <a:r>
              <a:rPr lang="en-US"/>
              <a:t>if necessary</a:t>
            </a:r>
          </a:p>
        </p:txBody>
      </p:sp>
      <p:sp>
        <p:nvSpPr>
          <p:cNvPr id="21" name="Text Placeholder 11"/>
          <p:cNvSpPr>
            <a:spLocks noGrp="1"/>
          </p:cNvSpPr>
          <p:nvPr>
            <p:ph type="body" sz="quarter" idx="14" hasCustomPrompt="1"/>
          </p:nvPr>
        </p:nvSpPr>
        <p:spPr>
          <a:xfrm>
            <a:off x="2171700" y="1577500"/>
            <a:ext cx="8802242" cy="3939063"/>
          </a:xfrm>
          <a:prstGeom prst="rect">
            <a:avLst/>
          </a:prstGeom>
        </p:spPr>
        <p:txBody>
          <a:bodyPr lIns="0" tIns="0" rIns="0" bIns="0"/>
          <a:lstStyle>
            <a:lvl1pPr marL="285750" marR="0" indent="-28575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lang="en-US" altLang="en-US" sz="1800" smtClean="0">
                <a:solidFill>
                  <a:srgbClr val="332B60"/>
                </a:solidFill>
              </a:defRPr>
            </a:lvl1pPr>
            <a:lvl2pPr marL="538163" indent="-273050">
              <a:lnSpc>
                <a:spcPct val="100000"/>
              </a:lnSpc>
              <a:spcBef>
                <a:spcPts val="500"/>
              </a:spcBef>
              <a:buClr>
                <a:srgbClr val="E4067E"/>
              </a:buClr>
              <a:buFont typeface="Wingdings" panose="05000000000000000000" pitchFamily="2" charset="2"/>
              <a:buChar char="§"/>
              <a:defRPr sz="1600">
                <a:solidFill>
                  <a:srgbClr val="332B60"/>
                </a:solidFill>
              </a:defRPr>
            </a:lvl2pPr>
            <a:lvl3pPr marL="823912" marR="0" indent="-285750" algn="l" defTabSz="914400" rtl="0" eaLnBrk="1" fontAlgn="base" latinLnBrk="0" hangingPunct="1">
              <a:lnSpc>
                <a:spcPct val="10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400">
                <a:solidFill>
                  <a:srgbClr val="332B60"/>
                </a:solidFill>
              </a:defRPr>
            </a:lvl3pPr>
            <a:lvl4pPr marL="1600200" marR="0" indent="-285750" algn="l" defTabSz="914400" rtl="0" eaLnBrk="1" fontAlgn="base" latinLnBrk="0" hangingPunct="1">
              <a:lnSpc>
                <a:spcPct val="10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200">
                <a:solidFill>
                  <a:srgbClr val="332B60"/>
                </a:solidFill>
              </a:defRPr>
            </a:lvl4pPr>
            <a:lvl5pPr marL="2057400" marR="0" indent="-285750" algn="l" defTabSz="914400" rtl="0" eaLnBrk="1" fontAlgn="base" latinLnBrk="0" hangingPunct="1">
              <a:lnSpc>
                <a:spcPct val="10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000">
                <a:solidFill>
                  <a:srgbClr val="332B60"/>
                </a:solidFill>
              </a:defRPr>
            </a:lvl5pPr>
            <a:lvl6pPr marL="25146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6pPr>
            <a:lvl7pPr>
              <a:defRPr sz="1800">
                <a:solidFill>
                  <a:srgbClr val="332B60"/>
                </a:solidFill>
              </a:defRPr>
            </a:lvl7pPr>
          </a:lstStyle>
          <a:p>
            <a:pPr lvl="0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r>
              <a:rPr lang="et-EE"/>
              <a:t> </a:t>
            </a:r>
          </a:p>
          <a:p>
            <a:pPr lvl="1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r>
              <a:rPr lang="et-EE"/>
              <a:t> </a:t>
            </a:r>
          </a:p>
          <a:p>
            <a:pPr lvl="2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r>
              <a:rPr lang="et-EE"/>
              <a:t> </a:t>
            </a:r>
          </a:p>
          <a:p>
            <a:pPr lvl="2"/>
            <a:endParaRPr lang="et-EE"/>
          </a:p>
          <a:p>
            <a:pPr lvl="0"/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6117676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026" userDrawn="1">
          <p15:clr>
            <a:srgbClr val="FBAE40"/>
          </p15:clr>
        </p15:guide>
        <p15:guide id="3" pos="136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B5F7B326-813F-48FE-A89E-578AEFA0CE3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9424" y="549275"/>
            <a:ext cx="10494517" cy="810888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n-US"/>
              <a:t>Slide title</a:t>
            </a:r>
            <a:br>
              <a:rPr lang="en-US"/>
            </a:br>
            <a:r>
              <a:rPr lang="en-US"/>
              <a:t>on two lines</a:t>
            </a:r>
            <a:r>
              <a:rPr lang="et-EE"/>
              <a:t> </a:t>
            </a:r>
            <a:r>
              <a:rPr lang="en-US"/>
              <a:t>if necessary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48AB3674-C39F-4DA6-97F2-B4A2C52D87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171700" y="1577500"/>
            <a:ext cx="8802241" cy="393906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358775" marR="0" indent="-358775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 baseline="0">
                <a:solidFill>
                  <a:srgbClr val="332B60"/>
                </a:solidFill>
                <a:latin typeface="Verdana" charset="0"/>
              </a:defRPr>
            </a:lvl1pPr>
            <a:lvl2pPr marL="358775" indent="-358775">
              <a:lnSpc>
                <a:spcPct val="100000"/>
              </a:lnSpc>
              <a:buClr>
                <a:srgbClr val="E4067E"/>
              </a:buClr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2pPr>
            <a:lvl3pPr marL="358775" indent="-358775">
              <a:lnSpc>
                <a:spcPct val="100000"/>
              </a:lnSpc>
              <a:buClr>
                <a:srgbClr val="E4067E"/>
              </a:buClr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3pPr>
            <a:lvl4pPr marL="2057400" marR="0" indent="-205740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>
                <a:tab pos="444500" algn="l"/>
              </a:tabLst>
              <a:defRPr sz="1800">
                <a:solidFill>
                  <a:srgbClr val="332B60"/>
                </a:solidFill>
              </a:defRPr>
            </a:lvl4pPr>
            <a:lvl5pPr marL="2057400" marR="0" indent="-205740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>
                <a:tab pos="444500" algn="l"/>
              </a:tabLst>
              <a:defRPr sz="1800">
                <a:solidFill>
                  <a:srgbClr val="332B60"/>
                </a:solidFill>
              </a:defRPr>
            </a:lvl5pPr>
            <a:lvl6pPr marL="25146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6pPr>
            <a:lvl7pPr marL="29718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7pPr>
          </a:lstStyle>
          <a:p>
            <a:pPr lvl="0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r>
              <a:rPr lang="et-EE"/>
              <a:t> </a:t>
            </a:r>
          </a:p>
          <a:p>
            <a:pPr lvl="1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r>
              <a:rPr lang="et-EE"/>
              <a:t> </a:t>
            </a:r>
          </a:p>
          <a:p>
            <a:pPr lvl="2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r>
              <a:rPr lang="et-E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272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graph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549275"/>
            <a:ext cx="10494517" cy="802772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  <a:lvl2pPr>
              <a:defRPr sz="2500"/>
            </a:lvl2pPr>
          </a:lstStyle>
          <a:p>
            <a:pPr lvl="0"/>
            <a:r>
              <a:rPr lang="en-US"/>
              <a:t>Slide title</a:t>
            </a:r>
            <a:br>
              <a:rPr lang="en-US"/>
            </a:br>
            <a:r>
              <a:rPr lang="en-US"/>
              <a:t>on two lines</a:t>
            </a:r>
            <a:r>
              <a:rPr lang="et-EE"/>
              <a:t> </a:t>
            </a:r>
            <a:r>
              <a:rPr lang="en-US"/>
              <a:t>if necessary</a:t>
            </a:r>
          </a:p>
        </p:txBody>
      </p:sp>
      <p:sp>
        <p:nvSpPr>
          <p:cNvPr id="14" name="Chart Placeholder 13"/>
          <p:cNvSpPr>
            <a:spLocks noGrp="1"/>
          </p:cNvSpPr>
          <p:nvPr>
            <p:ph type="chart" sz="quarter" idx="15" hasCustomPrompt="1"/>
          </p:nvPr>
        </p:nvSpPr>
        <p:spPr>
          <a:xfrm>
            <a:off x="2174952" y="3124632"/>
            <a:ext cx="8790444" cy="2391932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1pPr>
          </a:lstStyle>
          <a:p>
            <a:pPr lvl="0"/>
            <a:r>
              <a:rPr lang="et-EE" noProof="0" err="1"/>
              <a:t>Click</a:t>
            </a:r>
            <a:r>
              <a:rPr lang="et-EE" noProof="0"/>
              <a:t> </a:t>
            </a:r>
            <a:r>
              <a:rPr lang="et-EE" noProof="0" err="1"/>
              <a:t>to</a:t>
            </a:r>
            <a:r>
              <a:rPr lang="et-EE" noProof="0"/>
              <a:t> </a:t>
            </a:r>
            <a:r>
              <a:rPr lang="et-EE" noProof="0" err="1"/>
              <a:t>add</a:t>
            </a:r>
            <a:r>
              <a:rPr lang="et-EE" noProof="0"/>
              <a:t> a </a:t>
            </a:r>
            <a:r>
              <a:rPr lang="et-EE" noProof="0" err="1"/>
              <a:t>diagram</a:t>
            </a:r>
            <a:endParaRPr lang="en-US" noProof="0"/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069ADBBB-F52C-430F-81D8-C0553F11B19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171700" y="2052009"/>
            <a:ext cx="8790444" cy="901807"/>
          </a:xfrm>
          <a:prstGeom prst="rect">
            <a:avLst/>
          </a:prstGeom>
        </p:spPr>
        <p:txBody>
          <a:bodyPr lIns="0" tIns="0" rIns="0" bIns="0"/>
          <a:lstStyle>
            <a:lvl1pPr marL="228600" indent="-228600">
              <a:lnSpc>
                <a:spcPct val="100000"/>
              </a:lnSpc>
              <a:spcBef>
                <a:spcPts val="500"/>
              </a:spcBef>
              <a:buClr>
                <a:srgbClr val="E4067E"/>
              </a:buClr>
              <a:buFont typeface="Wingdings" panose="05000000000000000000" pitchFamily="2" charset="2"/>
              <a:buChar char="§"/>
              <a:defRPr sz="1800" baseline="0">
                <a:solidFill>
                  <a:srgbClr val="332B60"/>
                </a:solidFill>
                <a:latin typeface="Verdana" charset="0"/>
              </a:defRPr>
            </a:lvl1pPr>
            <a:lvl2pPr marL="538163" indent="-273050">
              <a:lnSpc>
                <a:spcPct val="100000"/>
              </a:lnSpc>
              <a:spcBef>
                <a:spcPts val="500"/>
              </a:spcBef>
              <a:buClr>
                <a:srgbClr val="E4067E"/>
              </a:buClr>
              <a:buFont typeface="Wingdings" panose="05000000000000000000" pitchFamily="2" charset="2"/>
              <a:buChar char="§"/>
              <a:defRPr sz="1600">
                <a:solidFill>
                  <a:srgbClr val="332B60"/>
                </a:solidFill>
              </a:defRPr>
            </a:lvl2pPr>
            <a:lvl3pPr marL="803275" indent="-265113">
              <a:lnSpc>
                <a:spcPct val="100000"/>
              </a:lnSpc>
              <a:spcBef>
                <a:spcPts val="500"/>
              </a:spcBef>
              <a:buClr>
                <a:srgbClr val="E4067E"/>
              </a:buClr>
              <a:buFont typeface="Wingdings" panose="05000000000000000000" pitchFamily="2" charset="2"/>
              <a:buChar char="§"/>
              <a:defRPr sz="1400">
                <a:solidFill>
                  <a:srgbClr val="332B60"/>
                </a:solidFill>
              </a:defRPr>
            </a:lvl3pPr>
            <a:lvl4pPr marL="1371600" indent="0">
              <a:buFont typeface="Verdana" panose="020B0604030504040204" pitchFamily="34" charset="0"/>
              <a:buNone/>
              <a:defRPr/>
            </a:lvl4pPr>
          </a:lstStyle>
          <a:p>
            <a:pPr lvl="0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r>
              <a:rPr lang="et-EE"/>
              <a:t> </a:t>
            </a:r>
          </a:p>
          <a:p>
            <a:pPr lvl="1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r>
              <a:rPr lang="et-EE"/>
              <a:t> </a:t>
            </a:r>
          </a:p>
          <a:p>
            <a:pPr lvl="2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endParaRPr lang="et-EE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E3C14B6D-2F63-42AE-803C-12721774D90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71700" y="1578522"/>
            <a:ext cx="8790444" cy="413669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 sz="1800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n-US"/>
              <a:t>Edit control slide text styles </a:t>
            </a:r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41024216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026" userDrawn="1">
          <p15:clr>
            <a:srgbClr val="FBAE40"/>
          </p15:clr>
        </p15:guide>
        <p15:guide id="3" orient="horz" pos="399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4" y="549275"/>
            <a:ext cx="10656887" cy="810887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n-US"/>
              <a:t>Slide title</a:t>
            </a:r>
            <a:br>
              <a:rPr lang="en-US"/>
            </a:br>
            <a:r>
              <a:rPr lang="en-US"/>
              <a:t>on two lines</a:t>
            </a:r>
            <a:r>
              <a:rPr lang="et-EE"/>
              <a:t> </a:t>
            </a:r>
            <a:r>
              <a:rPr lang="en-US"/>
              <a:t>if necessary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4" hasCustomPrompt="1"/>
          </p:nvPr>
        </p:nvSpPr>
        <p:spPr>
          <a:xfrm>
            <a:off x="2171700" y="1586046"/>
            <a:ext cx="8964612" cy="388032"/>
          </a:xfrm>
          <a:prstGeom prst="rect">
            <a:avLst/>
          </a:prstGeom>
        </p:spPr>
        <p:txBody>
          <a:bodyPr lIns="0" tIns="0" rIns="0" bIns="0"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800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n-US"/>
              <a:t>Edit control slide text styles </a:t>
            </a:r>
            <a:endParaRPr lang="et-EE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6" hasCustomPrompt="1"/>
          </p:nvPr>
        </p:nvSpPr>
        <p:spPr>
          <a:xfrm>
            <a:off x="2180246" y="2127902"/>
            <a:ext cx="8964613" cy="3388661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  <a:latin typeface="+mn-lt"/>
              </a:defRPr>
            </a:lvl1pPr>
          </a:lstStyle>
          <a:p>
            <a:pPr lvl="0"/>
            <a:r>
              <a:rPr lang="et-EE" noProof="0" err="1"/>
              <a:t>Click</a:t>
            </a:r>
            <a:r>
              <a:rPr lang="et-EE" noProof="0"/>
              <a:t> </a:t>
            </a:r>
            <a:r>
              <a:rPr lang="et-EE" noProof="0" err="1"/>
              <a:t>to</a:t>
            </a:r>
            <a:r>
              <a:rPr lang="et-EE" noProof="0"/>
              <a:t> </a:t>
            </a:r>
            <a:r>
              <a:rPr lang="et-EE" noProof="0" err="1"/>
              <a:t>add</a:t>
            </a:r>
            <a:r>
              <a:rPr lang="et-EE" noProof="0"/>
              <a:t> a </a:t>
            </a:r>
            <a:r>
              <a:rPr lang="et-EE" noProof="0" err="1"/>
              <a:t>picture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335592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997" userDrawn="1">
          <p15:clr>
            <a:srgbClr val="FBAE40"/>
          </p15:clr>
        </p15:guide>
        <p15:guide id="3" orient="horz" pos="102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graphic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7" y="549275"/>
            <a:ext cx="6109380" cy="755228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n-US"/>
              <a:t>Slide title</a:t>
            </a:r>
            <a:br>
              <a:rPr lang="en-US"/>
            </a:br>
            <a:r>
              <a:rPr lang="en-US"/>
              <a:t>on two lines</a:t>
            </a:r>
            <a:r>
              <a:rPr lang="et-EE"/>
              <a:t> </a:t>
            </a:r>
            <a:r>
              <a:rPr lang="en-US"/>
              <a:t>if necessary</a:t>
            </a:r>
          </a:p>
        </p:txBody>
      </p:sp>
      <p:sp>
        <p:nvSpPr>
          <p:cNvPr id="12" name="Chart Placeholder 13"/>
          <p:cNvSpPr>
            <a:spLocks noGrp="1"/>
          </p:cNvSpPr>
          <p:nvPr>
            <p:ph type="chart" sz="quarter" idx="15" hasCustomPrompt="1"/>
          </p:nvPr>
        </p:nvSpPr>
        <p:spPr>
          <a:xfrm>
            <a:off x="6888163" y="549276"/>
            <a:ext cx="4248151" cy="4967287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  <a:latin typeface="+mn-lt"/>
              </a:defRPr>
            </a:lvl1pPr>
          </a:lstStyle>
          <a:p>
            <a:pPr lvl="0"/>
            <a:r>
              <a:rPr lang="et-EE" noProof="0" err="1"/>
              <a:t>Click</a:t>
            </a:r>
            <a:r>
              <a:rPr lang="et-EE" noProof="0"/>
              <a:t> </a:t>
            </a:r>
            <a:r>
              <a:rPr lang="et-EE" noProof="0" err="1"/>
              <a:t>to</a:t>
            </a:r>
            <a:r>
              <a:rPr lang="et-EE" noProof="0"/>
              <a:t> </a:t>
            </a:r>
            <a:r>
              <a:rPr lang="et-EE" noProof="0" err="1"/>
              <a:t>add</a:t>
            </a:r>
            <a:r>
              <a:rPr lang="et-EE" noProof="0"/>
              <a:t> a </a:t>
            </a:r>
            <a:r>
              <a:rPr lang="et-EE" noProof="0" err="1"/>
              <a:t>diagram</a:t>
            </a:r>
            <a:endParaRPr lang="en-US" noProof="0"/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788C985-66A8-4BBB-B95C-8EB031C263A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180248" y="1577500"/>
            <a:ext cx="4351731" cy="3939063"/>
          </a:xfrm>
          <a:prstGeom prst="rect">
            <a:avLst/>
          </a:prstGeom>
        </p:spPr>
        <p:txBody>
          <a:bodyPr lIns="0" tIns="0" rIns="0" bIns="0"/>
          <a:lstStyle>
            <a:lvl1pPr marL="285750" marR="0" indent="-28575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 baseline="0">
                <a:solidFill>
                  <a:srgbClr val="332B60"/>
                </a:solidFill>
                <a:latin typeface="Verdana" charset="0"/>
              </a:defRPr>
            </a:lvl1pPr>
            <a:lvl2pPr marL="538163" indent="-273050">
              <a:lnSpc>
                <a:spcPct val="100000"/>
              </a:lnSpc>
              <a:spcBef>
                <a:spcPts val="500"/>
              </a:spcBef>
              <a:buClr>
                <a:srgbClr val="E4067E"/>
              </a:buClr>
              <a:buFont typeface="Wingdings" panose="05000000000000000000" pitchFamily="2" charset="2"/>
              <a:buChar char="§"/>
              <a:defRPr sz="1600">
                <a:solidFill>
                  <a:srgbClr val="332B60"/>
                </a:solidFill>
              </a:defRPr>
            </a:lvl2pPr>
            <a:lvl3pPr marL="803275" indent="-265113">
              <a:lnSpc>
                <a:spcPct val="100000"/>
              </a:lnSpc>
              <a:spcBef>
                <a:spcPts val="500"/>
              </a:spcBef>
              <a:buClr>
                <a:srgbClr val="E4067E"/>
              </a:buClr>
              <a:buFont typeface="Wingdings" panose="05000000000000000000" pitchFamily="2" charset="2"/>
              <a:buChar char="§"/>
              <a:defRPr sz="1400">
                <a:solidFill>
                  <a:srgbClr val="332B60"/>
                </a:solidFill>
              </a:defRPr>
            </a:lvl3pPr>
            <a:lvl4pPr marL="1600200" marR="0" indent="-703263" algn="l" defTabSz="914400" rtl="0" eaLnBrk="1" fontAlgn="base" latinLnBrk="0" hangingPunct="1">
              <a:lnSpc>
                <a:spcPct val="10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200">
                <a:solidFill>
                  <a:srgbClr val="332B60"/>
                </a:solidFill>
              </a:defRPr>
            </a:lvl4pPr>
            <a:lvl5pPr marL="2057400" marR="0" indent="-285750" algn="l" defTabSz="914400" rtl="0" eaLnBrk="1" fontAlgn="base" latinLnBrk="0" hangingPunct="1">
              <a:lnSpc>
                <a:spcPct val="10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000">
                <a:solidFill>
                  <a:srgbClr val="332B60"/>
                </a:solidFill>
              </a:defRPr>
            </a:lvl5pPr>
            <a:lvl6pPr marL="25146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6pPr>
            <a:lvl7pPr marL="29718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7pPr>
          </a:lstStyle>
          <a:p>
            <a:pPr lvl="0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r>
              <a:rPr lang="et-EE"/>
              <a:t> </a:t>
            </a:r>
          </a:p>
          <a:p>
            <a:pPr lvl="1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r>
              <a:rPr lang="et-EE"/>
              <a:t> </a:t>
            </a:r>
          </a:p>
          <a:p>
            <a:pPr lvl="2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0972228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33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549275"/>
            <a:ext cx="6044006" cy="755228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  <a:lvl2pPr>
              <a:defRPr sz="2200" b="1" i="0"/>
            </a:lvl2pPr>
          </a:lstStyle>
          <a:p>
            <a:pPr lvl="0"/>
            <a:r>
              <a:rPr lang="en-US"/>
              <a:t>Slide title</a:t>
            </a:r>
            <a:br>
              <a:rPr lang="en-US"/>
            </a:br>
            <a:r>
              <a:rPr lang="en-US"/>
              <a:t>on two lines</a:t>
            </a:r>
            <a:r>
              <a:rPr lang="et-EE"/>
              <a:t> </a:t>
            </a:r>
            <a:r>
              <a:rPr lang="en-US"/>
              <a:t>if necessary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7" hasCustomPrompt="1"/>
          </p:nvPr>
        </p:nvSpPr>
        <p:spPr>
          <a:xfrm>
            <a:off x="6888163" y="549276"/>
            <a:ext cx="4248151" cy="4967287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1pPr>
          </a:lstStyle>
          <a:p>
            <a:pPr lvl="0"/>
            <a:r>
              <a:rPr lang="et-EE" noProof="0" err="1"/>
              <a:t>Click</a:t>
            </a:r>
            <a:r>
              <a:rPr lang="et-EE" noProof="0"/>
              <a:t> </a:t>
            </a:r>
            <a:r>
              <a:rPr lang="et-EE" noProof="0" err="1"/>
              <a:t>to</a:t>
            </a:r>
            <a:r>
              <a:rPr lang="et-EE" noProof="0"/>
              <a:t> </a:t>
            </a:r>
            <a:r>
              <a:rPr lang="et-EE" noProof="0" err="1"/>
              <a:t>add</a:t>
            </a:r>
            <a:r>
              <a:rPr lang="et-EE" noProof="0"/>
              <a:t> a </a:t>
            </a:r>
            <a:r>
              <a:rPr lang="et-EE" noProof="0" err="1"/>
              <a:t>picture</a:t>
            </a:r>
            <a:endParaRPr lang="en-US" noProof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6" hasCustomPrompt="1"/>
          </p:nvPr>
        </p:nvSpPr>
        <p:spPr>
          <a:xfrm>
            <a:off x="2171700" y="1611684"/>
            <a:ext cx="4351731" cy="3904879"/>
          </a:xfrm>
          <a:prstGeom prst="rect">
            <a:avLst/>
          </a:prstGeom>
        </p:spPr>
        <p:txBody>
          <a:bodyPr lIns="0" tIns="0" rIns="0" bIns="0"/>
          <a:lstStyle>
            <a:lvl1pPr marL="285750" marR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 baseline="0">
                <a:solidFill>
                  <a:srgbClr val="332B60"/>
                </a:solidFill>
                <a:latin typeface="Verdana" charset="0"/>
              </a:defRPr>
            </a:lvl1pPr>
            <a:lvl2pPr marL="538163" indent="-273050">
              <a:buClr>
                <a:srgbClr val="E4067E"/>
              </a:buClr>
              <a:buFont typeface="Wingdings" panose="05000000000000000000" pitchFamily="2" charset="2"/>
              <a:buChar char="§"/>
              <a:defRPr sz="1600">
                <a:solidFill>
                  <a:srgbClr val="332B60"/>
                </a:solidFill>
              </a:defRPr>
            </a:lvl2pPr>
            <a:lvl3pPr marL="803275" indent="-265113">
              <a:buClr>
                <a:srgbClr val="E4067E"/>
              </a:buClr>
              <a:buFont typeface="Wingdings" panose="05000000000000000000" pitchFamily="2" charset="2"/>
              <a:buChar char="§"/>
              <a:defRPr sz="1400">
                <a:solidFill>
                  <a:srgbClr val="332B60"/>
                </a:solidFill>
              </a:defRPr>
            </a:lvl3pPr>
            <a:lvl4pPr marL="1600200" marR="0" indent="-796925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4pPr>
            <a:lvl5pPr marL="20574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5pPr>
            <a:lvl6pPr marL="25146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6pPr>
            <a:lvl7pPr marL="2971800" marR="0" indent="-285750" algn="l" defTabSz="914400" rtl="0" eaLnBrk="1" fontAlgn="base" latinLnBrk="0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Clr>
                <a:srgbClr val="E4067E"/>
              </a:buClr>
              <a:buSzTx/>
              <a:buFont typeface="Wingdings" panose="05000000000000000000" pitchFamily="2" charset="2"/>
              <a:buChar char="§"/>
              <a:tabLst/>
              <a:defRPr sz="1800">
                <a:solidFill>
                  <a:srgbClr val="332B60"/>
                </a:solidFill>
              </a:defRPr>
            </a:lvl7pPr>
          </a:lstStyle>
          <a:p>
            <a:pPr lvl="0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r>
              <a:rPr lang="et-EE"/>
              <a:t> </a:t>
            </a:r>
          </a:p>
          <a:p>
            <a:pPr lvl="1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r>
              <a:rPr lang="et-EE"/>
              <a:t> </a:t>
            </a:r>
          </a:p>
          <a:p>
            <a:pPr lvl="2"/>
            <a:r>
              <a:rPr lang="et-EE" err="1"/>
              <a:t>Edit</a:t>
            </a:r>
            <a:r>
              <a:rPr lang="et-EE"/>
              <a:t> </a:t>
            </a:r>
            <a:r>
              <a:rPr lang="et-EE" err="1"/>
              <a:t>the</a:t>
            </a:r>
            <a:r>
              <a:rPr lang="et-EE"/>
              <a:t> </a:t>
            </a:r>
            <a:r>
              <a:rPr lang="et-EE" err="1"/>
              <a:t>text</a:t>
            </a:r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39501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33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grap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1"/>
          <p:cNvSpPr>
            <a:spLocks noGrp="1"/>
          </p:cNvSpPr>
          <p:nvPr>
            <p:ph type="body" sz="quarter" idx="17" hasCustomPrompt="1"/>
          </p:nvPr>
        </p:nvSpPr>
        <p:spPr>
          <a:xfrm>
            <a:off x="2171700" y="5204390"/>
            <a:ext cx="4351731" cy="3121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n-US"/>
              <a:t>Edit control slide text styles </a:t>
            </a:r>
            <a:endParaRPr lang="et-EE"/>
          </a:p>
        </p:txBody>
      </p:sp>
      <p:sp>
        <p:nvSpPr>
          <p:cNvPr id="8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558471"/>
            <a:ext cx="10656888" cy="755228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n-US"/>
              <a:t>Slide title</a:t>
            </a:r>
            <a:br>
              <a:rPr lang="en-US"/>
            </a:br>
            <a:r>
              <a:rPr lang="en-US"/>
              <a:t>on two lines</a:t>
            </a:r>
            <a:r>
              <a:rPr lang="et-EE"/>
              <a:t> </a:t>
            </a:r>
            <a:r>
              <a:rPr lang="en-US"/>
              <a:t>if necessary</a:t>
            </a:r>
          </a:p>
        </p:txBody>
      </p:sp>
      <p:sp>
        <p:nvSpPr>
          <p:cNvPr id="20" name="Text Placehold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6888164" y="5204389"/>
            <a:ext cx="4248542" cy="31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n-US"/>
              <a:t>Edit control slide text styles </a:t>
            </a:r>
            <a:endParaRPr lang="et-EE"/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2" hasCustomPrompt="1"/>
          </p:nvPr>
        </p:nvSpPr>
        <p:spPr>
          <a:xfrm>
            <a:off x="2171701" y="1637322"/>
            <a:ext cx="4351338" cy="333633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1pPr>
          </a:lstStyle>
          <a:p>
            <a:pPr lvl="0"/>
            <a:r>
              <a:rPr lang="et-EE" noProof="0" err="1"/>
              <a:t>Click</a:t>
            </a:r>
            <a:r>
              <a:rPr lang="et-EE" noProof="0"/>
              <a:t> </a:t>
            </a:r>
            <a:r>
              <a:rPr lang="et-EE" noProof="0" err="1"/>
              <a:t>to</a:t>
            </a:r>
            <a:r>
              <a:rPr lang="et-EE" noProof="0"/>
              <a:t> </a:t>
            </a:r>
            <a:r>
              <a:rPr lang="et-EE" noProof="0" err="1"/>
              <a:t>add</a:t>
            </a:r>
            <a:r>
              <a:rPr lang="et-EE" noProof="0"/>
              <a:t> a </a:t>
            </a:r>
            <a:r>
              <a:rPr lang="et-EE" noProof="0" err="1"/>
              <a:t>diagram</a:t>
            </a:r>
            <a:endParaRPr lang="en-US" noProof="0"/>
          </a:p>
        </p:txBody>
      </p:sp>
      <p:sp>
        <p:nvSpPr>
          <p:cNvPr id="5" name="Chart Placeholder 4"/>
          <p:cNvSpPr>
            <a:spLocks noGrp="1"/>
          </p:cNvSpPr>
          <p:nvPr>
            <p:ph type="chart" sz="quarter" idx="23" hasCustomPrompt="1"/>
          </p:nvPr>
        </p:nvSpPr>
        <p:spPr>
          <a:xfrm>
            <a:off x="6888163" y="1637321"/>
            <a:ext cx="4248150" cy="3336331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1pPr>
          </a:lstStyle>
          <a:p>
            <a:pPr lvl="0"/>
            <a:r>
              <a:rPr lang="et-EE" noProof="0" err="1"/>
              <a:t>Click</a:t>
            </a:r>
            <a:r>
              <a:rPr lang="et-EE" noProof="0"/>
              <a:t> </a:t>
            </a:r>
            <a:r>
              <a:rPr lang="et-EE" noProof="0" err="1"/>
              <a:t>to</a:t>
            </a:r>
            <a:r>
              <a:rPr lang="et-EE" noProof="0"/>
              <a:t> </a:t>
            </a:r>
            <a:r>
              <a:rPr lang="et-EE" noProof="0" err="1"/>
              <a:t>add</a:t>
            </a:r>
            <a:r>
              <a:rPr lang="et-EE" noProof="0"/>
              <a:t> a </a:t>
            </a:r>
            <a:r>
              <a:rPr lang="et-EE" noProof="0" err="1"/>
              <a:t>diagram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405577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9"/>
          <p:cNvSpPr>
            <a:spLocks noGrp="1"/>
          </p:cNvSpPr>
          <p:nvPr>
            <p:ph type="pic" sz="quarter" idx="17" hasCustomPrompt="1"/>
          </p:nvPr>
        </p:nvSpPr>
        <p:spPr>
          <a:xfrm>
            <a:off x="2171700" y="549276"/>
            <a:ext cx="5109317" cy="4967287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1pPr>
          </a:lstStyle>
          <a:p>
            <a:pPr lvl="0"/>
            <a:r>
              <a:rPr lang="et-EE" noProof="0" err="1"/>
              <a:t>Click</a:t>
            </a:r>
            <a:r>
              <a:rPr lang="et-EE" noProof="0"/>
              <a:t> </a:t>
            </a:r>
            <a:r>
              <a:rPr lang="et-EE" noProof="0" err="1"/>
              <a:t>to</a:t>
            </a:r>
            <a:r>
              <a:rPr lang="et-EE" noProof="0"/>
              <a:t> </a:t>
            </a:r>
            <a:r>
              <a:rPr lang="et-EE" noProof="0" err="1"/>
              <a:t>add</a:t>
            </a:r>
            <a:r>
              <a:rPr lang="et-EE" noProof="0"/>
              <a:t> a </a:t>
            </a:r>
            <a:r>
              <a:rPr lang="et-EE" noProof="0" err="1"/>
              <a:t>picture</a:t>
            </a:r>
            <a:endParaRPr lang="en-US" noProof="0"/>
          </a:p>
        </p:txBody>
      </p:sp>
      <p:sp>
        <p:nvSpPr>
          <p:cNvPr id="10" name="Picture Placeholder 19"/>
          <p:cNvSpPr>
            <a:spLocks noGrp="1"/>
          </p:cNvSpPr>
          <p:nvPr>
            <p:ph type="pic" sz="quarter" idx="19" hasCustomPrompt="1"/>
          </p:nvPr>
        </p:nvSpPr>
        <p:spPr>
          <a:xfrm>
            <a:off x="7511753" y="3459344"/>
            <a:ext cx="3624561" cy="2057219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1pPr>
          </a:lstStyle>
          <a:p>
            <a:pPr lvl="0"/>
            <a:r>
              <a:rPr lang="et-EE" noProof="0" err="1"/>
              <a:t>Click</a:t>
            </a:r>
            <a:r>
              <a:rPr lang="et-EE" noProof="0"/>
              <a:t> </a:t>
            </a:r>
            <a:r>
              <a:rPr lang="et-EE" noProof="0" err="1"/>
              <a:t>to</a:t>
            </a:r>
            <a:r>
              <a:rPr lang="et-EE" noProof="0"/>
              <a:t> </a:t>
            </a:r>
            <a:r>
              <a:rPr lang="et-EE" noProof="0" err="1"/>
              <a:t>add</a:t>
            </a:r>
            <a:r>
              <a:rPr lang="et-EE" noProof="0"/>
              <a:t> a </a:t>
            </a:r>
            <a:r>
              <a:rPr lang="et-EE" noProof="0" err="1"/>
              <a:t>picture</a:t>
            </a:r>
            <a:endParaRPr lang="en-US" noProof="0"/>
          </a:p>
        </p:txBody>
      </p:sp>
      <p:sp>
        <p:nvSpPr>
          <p:cNvPr id="11" name="Picture Placeholder 19"/>
          <p:cNvSpPr>
            <a:spLocks noGrp="1"/>
          </p:cNvSpPr>
          <p:nvPr>
            <p:ph type="pic" sz="quarter" idx="20" hasCustomPrompt="1"/>
          </p:nvPr>
        </p:nvSpPr>
        <p:spPr>
          <a:xfrm>
            <a:off x="7511753" y="549275"/>
            <a:ext cx="3624561" cy="2709564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1pPr>
          </a:lstStyle>
          <a:p>
            <a:pPr lvl="0"/>
            <a:r>
              <a:rPr lang="et-EE" noProof="0" err="1"/>
              <a:t>Click</a:t>
            </a:r>
            <a:r>
              <a:rPr lang="et-EE" noProof="0"/>
              <a:t> </a:t>
            </a:r>
            <a:r>
              <a:rPr lang="et-EE" noProof="0" err="1"/>
              <a:t>to</a:t>
            </a:r>
            <a:r>
              <a:rPr lang="et-EE" noProof="0"/>
              <a:t> </a:t>
            </a:r>
            <a:r>
              <a:rPr lang="et-EE" noProof="0" err="1"/>
              <a:t>add</a:t>
            </a:r>
            <a:r>
              <a:rPr lang="et-EE" noProof="0"/>
              <a:t> a </a:t>
            </a:r>
            <a:r>
              <a:rPr lang="et-EE" noProof="0" err="1"/>
              <a:t>picture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804787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551545"/>
            <a:ext cx="10656888" cy="836666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  <a:lvl2pPr>
              <a:defRPr sz="2500" b="1" i="0"/>
            </a:lvl2pPr>
          </a:lstStyle>
          <a:p>
            <a:pPr lvl="0"/>
            <a:r>
              <a:rPr lang="en-US"/>
              <a:t>Slide title</a:t>
            </a:r>
            <a:br>
              <a:rPr lang="en-US"/>
            </a:br>
            <a:r>
              <a:rPr lang="en-US"/>
              <a:t>on two lines</a:t>
            </a:r>
            <a:r>
              <a:rPr lang="et-EE"/>
              <a:t> </a:t>
            </a:r>
            <a:r>
              <a:rPr lang="en-US"/>
              <a:t>if necessary</a:t>
            </a:r>
          </a:p>
        </p:txBody>
      </p:sp>
      <p:sp>
        <p:nvSpPr>
          <p:cNvPr id="7" name="Table Placeholder 6"/>
          <p:cNvSpPr>
            <a:spLocks noGrp="1"/>
          </p:cNvSpPr>
          <p:nvPr>
            <p:ph type="tbl" sz="quarter" idx="23"/>
          </p:nvPr>
        </p:nvSpPr>
        <p:spPr>
          <a:xfrm>
            <a:off x="2171700" y="1628776"/>
            <a:ext cx="8964613" cy="3887787"/>
          </a:xfrm>
          <a:prstGeom prst="rect">
            <a:avLst/>
          </a:prstGeom>
        </p:spPr>
        <p:txBody>
          <a:bodyPr/>
          <a:lstStyle>
            <a:lvl1pPr>
              <a:defRPr sz="1800" baseline="0">
                <a:solidFill>
                  <a:schemeClr val="bg1"/>
                </a:solidFill>
                <a:latin typeface="Verdana" charset="0"/>
              </a:defRPr>
            </a:lvl1pPr>
          </a:lstStyle>
          <a:p>
            <a:pPr lvl="0"/>
            <a:r>
              <a:rPr lang="et-EE" noProof="0"/>
              <a:t>Tabeli lisamiseks klõpsake ikooni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499663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549275"/>
            <a:ext cx="10656886" cy="84441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200" b="1" i="0" cap="all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n-US"/>
              <a:t>Slide title</a:t>
            </a:r>
            <a:br>
              <a:rPr lang="en-US"/>
            </a:br>
            <a:r>
              <a:rPr lang="en-US"/>
              <a:t>on two lines</a:t>
            </a:r>
            <a:r>
              <a:rPr lang="et-EE"/>
              <a:t> </a:t>
            </a:r>
            <a:r>
              <a:rPr lang="en-US"/>
              <a:t>if necessary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4" hasCustomPrompt="1"/>
          </p:nvPr>
        </p:nvSpPr>
        <p:spPr>
          <a:xfrm>
            <a:off x="2171700" y="1628775"/>
            <a:ext cx="8964612" cy="627315"/>
          </a:xfrm>
          <a:prstGeom prst="rect">
            <a:avLst/>
          </a:prstGeom>
        </p:spPr>
        <p:txBody>
          <a:bodyPr lIns="0" tIns="0" rIns="0" bIns="0"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800" baseline="0">
                <a:solidFill>
                  <a:srgbClr val="332B60"/>
                </a:solidFill>
                <a:latin typeface="Verdana" charset="0"/>
              </a:defRPr>
            </a:lvl1pPr>
          </a:lstStyle>
          <a:p>
            <a:pPr lvl="0"/>
            <a:r>
              <a:rPr lang="en-US"/>
              <a:t>Edit control slide text styles </a:t>
            </a:r>
            <a:endParaRPr lang="et-EE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6" hasCustomPrompt="1"/>
          </p:nvPr>
        </p:nvSpPr>
        <p:spPr>
          <a:xfrm>
            <a:off x="2171700" y="2362989"/>
            <a:ext cx="8964611" cy="3153574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" panose="05000000000000000000" pitchFamily="2" charset="2"/>
              <a:buChar char="§"/>
              <a:defRPr sz="1800">
                <a:solidFill>
                  <a:srgbClr val="332B60"/>
                </a:solidFill>
              </a:defRPr>
            </a:lvl1pPr>
          </a:lstStyle>
          <a:p>
            <a:pPr lvl="0"/>
            <a:r>
              <a:rPr lang="et-EE" noProof="0" err="1"/>
              <a:t>Click</a:t>
            </a:r>
            <a:r>
              <a:rPr lang="et-EE" noProof="0"/>
              <a:t> </a:t>
            </a:r>
            <a:r>
              <a:rPr lang="et-EE" noProof="0" err="1"/>
              <a:t>to</a:t>
            </a:r>
            <a:r>
              <a:rPr lang="et-EE" noProof="0"/>
              <a:t> </a:t>
            </a:r>
            <a:r>
              <a:rPr lang="et-EE" noProof="0" err="1"/>
              <a:t>add</a:t>
            </a:r>
            <a:r>
              <a:rPr lang="et-EE" noProof="0"/>
              <a:t> a </a:t>
            </a:r>
            <a:r>
              <a:rPr lang="et-EE" noProof="0" err="1"/>
              <a:t>picture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75227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mediat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43" r="-1"/>
          <a:stretch/>
        </p:blipFill>
        <p:spPr>
          <a:xfrm>
            <a:off x="-15499" y="-23247"/>
            <a:ext cx="12207498" cy="4940618"/>
          </a:xfrm>
          <a:prstGeom prst="rect">
            <a:avLst/>
          </a:prstGeom>
        </p:spPr>
      </p:pic>
      <p:grpSp>
        <p:nvGrpSpPr>
          <p:cNvPr id="2" name="Group 1"/>
          <p:cNvGrpSpPr/>
          <p:nvPr userDrawn="1"/>
        </p:nvGrpSpPr>
        <p:grpSpPr>
          <a:xfrm>
            <a:off x="-1" y="1982167"/>
            <a:ext cx="12192000" cy="4875833"/>
            <a:chOff x="-1" y="1982167"/>
            <a:chExt cx="12192000" cy="4875833"/>
          </a:xfrm>
        </p:grpSpPr>
        <p:sp>
          <p:nvSpPr>
            <p:cNvPr id="7" name="Freeform 6"/>
            <p:cNvSpPr/>
            <p:nvPr userDrawn="1"/>
          </p:nvSpPr>
          <p:spPr>
            <a:xfrm>
              <a:off x="-1" y="3312687"/>
              <a:ext cx="12192000" cy="3545313"/>
            </a:xfrm>
            <a:custGeom>
              <a:avLst/>
              <a:gdLst>
                <a:gd name="connsiteX0" fmla="*/ 986101 w 12192000"/>
                <a:gd name="connsiteY0" fmla="*/ 0 h 3545313"/>
                <a:gd name="connsiteX1" fmla="*/ 12192000 w 12192000"/>
                <a:gd name="connsiteY1" fmla="*/ 0 h 3545313"/>
                <a:gd name="connsiteX2" fmla="*/ 12192000 w 12192000"/>
                <a:gd name="connsiteY2" fmla="*/ 510802 h 3545313"/>
                <a:gd name="connsiteX3" fmla="*/ 12192000 w 12192000"/>
                <a:gd name="connsiteY3" fmla="*/ 1543258 h 3545313"/>
                <a:gd name="connsiteX4" fmla="*/ 12192000 w 12192000"/>
                <a:gd name="connsiteY4" fmla="*/ 3545313 h 3545313"/>
                <a:gd name="connsiteX5" fmla="*/ 986101 w 12192000"/>
                <a:gd name="connsiteY5" fmla="*/ 3545313 h 3545313"/>
                <a:gd name="connsiteX6" fmla="*/ 475299 w 12192000"/>
                <a:gd name="connsiteY6" fmla="*/ 3545313 h 3545313"/>
                <a:gd name="connsiteX7" fmla="*/ 0 w 12192000"/>
                <a:gd name="connsiteY7" fmla="*/ 3545313 h 3545313"/>
                <a:gd name="connsiteX8" fmla="*/ 0 w 12192000"/>
                <a:gd name="connsiteY8" fmla="*/ 1543258 h 3545313"/>
                <a:gd name="connsiteX9" fmla="*/ 475299 w 12192000"/>
                <a:gd name="connsiteY9" fmla="*/ 1543258 h 3545313"/>
                <a:gd name="connsiteX10" fmla="*/ 475299 w 12192000"/>
                <a:gd name="connsiteY10" fmla="*/ 510802 h 3545313"/>
                <a:gd name="connsiteX11" fmla="*/ 986101 w 12192000"/>
                <a:gd name="connsiteY11" fmla="*/ 510802 h 3545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192000" h="3545313">
                  <a:moveTo>
                    <a:pt x="986101" y="0"/>
                  </a:moveTo>
                  <a:lnTo>
                    <a:pt x="12192000" y="0"/>
                  </a:lnTo>
                  <a:lnTo>
                    <a:pt x="12192000" y="510802"/>
                  </a:lnTo>
                  <a:lnTo>
                    <a:pt x="12192000" y="1543258"/>
                  </a:lnTo>
                  <a:lnTo>
                    <a:pt x="12192000" y="3545313"/>
                  </a:lnTo>
                  <a:lnTo>
                    <a:pt x="986101" y="3545313"/>
                  </a:lnTo>
                  <a:lnTo>
                    <a:pt x="475299" y="3545313"/>
                  </a:lnTo>
                  <a:lnTo>
                    <a:pt x="0" y="3545313"/>
                  </a:lnTo>
                  <a:lnTo>
                    <a:pt x="0" y="1543258"/>
                  </a:lnTo>
                  <a:lnTo>
                    <a:pt x="475299" y="1543258"/>
                  </a:lnTo>
                  <a:lnTo>
                    <a:pt x="475299" y="510802"/>
                  </a:lnTo>
                  <a:lnTo>
                    <a:pt x="986101" y="5108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pic>
          <p:nvPicPr>
            <p:cNvPr id="8" name="Picture 3" descr="C:\Users\ipihu\Desktop\logo.png"/>
            <p:cNvPicPr>
              <a:picLocks noChangeAspect="1" noChangeArrowheads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86800" y="1982167"/>
              <a:ext cx="2449513" cy="1371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0" name="Text Placeholder 19"/>
          <p:cNvSpPr>
            <a:spLocks noGrp="1"/>
          </p:cNvSpPr>
          <p:nvPr>
            <p:ph type="body" sz="quarter" idx="11" hasCustomPrompt="1"/>
          </p:nvPr>
        </p:nvSpPr>
        <p:spPr>
          <a:xfrm>
            <a:off x="982403" y="4797922"/>
            <a:ext cx="10159444" cy="122686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3200" b="1" cap="all" baseline="0">
                <a:solidFill>
                  <a:schemeClr val="accent1"/>
                </a:solidFill>
                <a:latin typeface="Verdana" charset="0"/>
              </a:defRPr>
            </a:lvl1pPr>
            <a:lvl2pPr marL="0" indent="0">
              <a:spcBef>
                <a:spcPts val="1000"/>
              </a:spcBef>
              <a:buFontTx/>
              <a:buNone/>
              <a:defRPr sz="1600" b="0">
                <a:solidFill>
                  <a:schemeClr val="accent2"/>
                </a:solidFill>
              </a:defRPr>
            </a:lvl2pPr>
          </a:lstStyle>
          <a:p>
            <a:r>
              <a:rPr lang="et-EE" altLang="en-US" sz="2900" err="1">
                <a:solidFill>
                  <a:schemeClr val="tx2"/>
                </a:solidFill>
              </a:rPr>
              <a:t>Intermediate</a:t>
            </a:r>
            <a:r>
              <a:rPr lang="et-EE" altLang="en-US" sz="2900">
                <a:solidFill>
                  <a:schemeClr val="tx2"/>
                </a:solidFill>
              </a:rPr>
              <a:t> </a:t>
            </a:r>
            <a:r>
              <a:rPr lang="et-EE" altLang="en-US" sz="2900" err="1">
                <a:solidFill>
                  <a:schemeClr val="tx2"/>
                </a:solidFill>
              </a:rPr>
              <a:t>slide</a:t>
            </a:r>
            <a:br>
              <a:rPr lang="et-EE" altLang="en-US" sz="2900">
                <a:solidFill>
                  <a:schemeClr val="tx2"/>
                </a:solidFill>
              </a:rPr>
            </a:br>
            <a:r>
              <a:rPr lang="et-EE" altLang="en-US" sz="2900">
                <a:solidFill>
                  <a:schemeClr val="accent1"/>
                </a:solidFill>
              </a:rPr>
              <a:t>IF NECESSARY ON TWO </a:t>
            </a:r>
            <a:br>
              <a:rPr lang="et-EE" altLang="en-US" sz="2900">
                <a:solidFill>
                  <a:schemeClr val="accent1"/>
                </a:solidFill>
              </a:rPr>
            </a:br>
            <a:r>
              <a:rPr lang="et-EE" altLang="en-US" sz="2900">
                <a:solidFill>
                  <a:schemeClr val="accent1"/>
                </a:solidFill>
              </a:rPr>
              <a:t>OR THREE ROWS</a:t>
            </a:r>
            <a:endParaRPr lang="en-US" altLang="en-US" sz="290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68397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mediat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3">
            <a:extLst>
              <a:ext uri="{FF2B5EF4-FFF2-40B4-BE49-F238E27FC236}">
                <a16:creationId xmlns:a16="http://schemas.microsoft.com/office/drawing/2014/main" id="{5CD619D2-C3BA-4D57-85CE-B9E0F7F5F7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43" r="-1"/>
          <a:stretch/>
        </p:blipFill>
        <p:spPr>
          <a:xfrm>
            <a:off x="-15499" y="-23248"/>
            <a:ext cx="6860680" cy="6881247"/>
          </a:xfrm>
          <a:prstGeom prst="rect">
            <a:avLst/>
          </a:prstGeom>
        </p:spPr>
      </p:pic>
      <p:grpSp>
        <p:nvGrpSpPr>
          <p:cNvPr id="11" name="Group 11">
            <a:extLst>
              <a:ext uri="{FF2B5EF4-FFF2-40B4-BE49-F238E27FC236}">
                <a16:creationId xmlns:a16="http://schemas.microsoft.com/office/drawing/2014/main" id="{F7596EE4-A1C1-4FEF-8368-9CF7D1AF1EF4}"/>
              </a:ext>
            </a:extLst>
          </p:cNvPr>
          <p:cNvGrpSpPr/>
          <p:nvPr userDrawn="1"/>
        </p:nvGrpSpPr>
        <p:grpSpPr>
          <a:xfrm>
            <a:off x="5128412" y="-30480"/>
            <a:ext cx="7063588" cy="6888480"/>
            <a:chOff x="4923693" y="-30480"/>
            <a:chExt cx="7063588" cy="6888480"/>
          </a:xfrm>
        </p:grpSpPr>
        <p:sp>
          <p:nvSpPr>
            <p:cNvPr id="12" name="Rectangle 8">
              <a:extLst>
                <a:ext uri="{FF2B5EF4-FFF2-40B4-BE49-F238E27FC236}">
                  <a16:creationId xmlns:a16="http://schemas.microsoft.com/office/drawing/2014/main" id="{5543C13F-7821-4DAE-9A90-AC943FA5CF8D}"/>
                </a:ext>
              </a:extLst>
            </p:cNvPr>
            <p:cNvSpPr/>
            <p:nvPr/>
          </p:nvSpPr>
          <p:spPr>
            <a:xfrm>
              <a:off x="4923693" y="-30480"/>
              <a:ext cx="7063588" cy="31253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Rectangle 10">
              <a:extLst>
                <a:ext uri="{FF2B5EF4-FFF2-40B4-BE49-F238E27FC236}">
                  <a16:creationId xmlns:a16="http://schemas.microsoft.com/office/drawing/2014/main" id="{DCC11422-3994-43CA-8671-5ACFC608CFDB}"/>
                </a:ext>
              </a:extLst>
            </p:cNvPr>
            <p:cNvSpPr/>
            <p:nvPr/>
          </p:nvSpPr>
          <p:spPr>
            <a:xfrm>
              <a:off x="5874058" y="2991173"/>
              <a:ext cx="6113223" cy="386682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0" name="Text Placeholder 19"/>
          <p:cNvSpPr>
            <a:spLocks noGrp="1"/>
          </p:cNvSpPr>
          <p:nvPr>
            <p:ph type="body" sz="quarter" idx="11" hasCustomPrompt="1"/>
          </p:nvPr>
        </p:nvSpPr>
        <p:spPr>
          <a:xfrm>
            <a:off x="6588807" y="2171481"/>
            <a:ext cx="4570131" cy="233346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3200" b="1" cap="all" baseline="0">
                <a:solidFill>
                  <a:schemeClr val="accent3"/>
                </a:solidFill>
                <a:latin typeface="Verdana" charset="0"/>
              </a:defRPr>
            </a:lvl1pPr>
            <a:lvl2pPr marL="0" indent="0">
              <a:spcBef>
                <a:spcPts val="1000"/>
              </a:spcBef>
              <a:buFontTx/>
              <a:buNone/>
              <a:defRPr sz="1600" b="0">
                <a:solidFill>
                  <a:schemeClr val="accent2"/>
                </a:solidFill>
              </a:defRPr>
            </a:lvl2pPr>
          </a:lstStyle>
          <a:p>
            <a:r>
              <a:rPr lang="et-EE" altLang="en-US" sz="2900" err="1">
                <a:solidFill>
                  <a:schemeClr val="tx2"/>
                </a:solidFill>
              </a:rPr>
              <a:t>Intermediate</a:t>
            </a:r>
            <a:r>
              <a:rPr lang="et-EE" altLang="en-US" sz="2900">
                <a:solidFill>
                  <a:schemeClr val="tx2"/>
                </a:solidFill>
              </a:rPr>
              <a:t> </a:t>
            </a:r>
            <a:r>
              <a:rPr lang="et-EE" altLang="en-US" sz="2900" err="1">
                <a:solidFill>
                  <a:schemeClr val="tx2"/>
                </a:solidFill>
              </a:rPr>
              <a:t>slide</a:t>
            </a:r>
            <a:br>
              <a:rPr lang="et-EE" altLang="en-US" sz="2900">
                <a:solidFill>
                  <a:schemeClr val="tx2"/>
                </a:solidFill>
              </a:rPr>
            </a:br>
            <a:r>
              <a:rPr lang="et-EE" altLang="en-US" sz="2900">
                <a:solidFill>
                  <a:schemeClr val="accent1"/>
                </a:solidFill>
              </a:rPr>
              <a:t>IF NECESSARY </a:t>
            </a:r>
            <a:br>
              <a:rPr lang="et-EE" altLang="en-US" sz="2900">
                <a:solidFill>
                  <a:schemeClr val="accent1"/>
                </a:solidFill>
              </a:rPr>
            </a:br>
            <a:r>
              <a:rPr lang="et-EE" altLang="en-US" sz="2900">
                <a:solidFill>
                  <a:schemeClr val="accent1"/>
                </a:solidFill>
              </a:rPr>
              <a:t>ON TWO OR </a:t>
            </a:r>
            <a:br>
              <a:rPr lang="et-EE" altLang="en-US" sz="2900">
                <a:solidFill>
                  <a:schemeClr val="accent1"/>
                </a:solidFill>
              </a:rPr>
            </a:br>
            <a:r>
              <a:rPr lang="et-EE" altLang="en-US" sz="2900">
                <a:solidFill>
                  <a:schemeClr val="accent1"/>
                </a:solidFill>
              </a:rPr>
              <a:t>THREE ROWS</a:t>
            </a:r>
            <a:endParaRPr lang="en-US" altLang="en-US" sz="290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30075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mediat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3">
            <a:extLst>
              <a:ext uri="{FF2B5EF4-FFF2-40B4-BE49-F238E27FC236}">
                <a16:creationId xmlns:a16="http://schemas.microsoft.com/office/drawing/2014/main" id="{6EEF71EA-745A-4289-8EEB-C8FBF10371E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43" r="-1"/>
          <a:stretch/>
        </p:blipFill>
        <p:spPr>
          <a:xfrm>
            <a:off x="-15499" y="-23248"/>
            <a:ext cx="12207498" cy="6881247"/>
          </a:xfrm>
          <a:prstGeom prst="rect">
            <a:avLst/>
          </a:prstGeom>
        </p:spPr>
      </p:pic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E3F8F3CD-B427-4CDD-9A77-CE9B5003B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50422" y="3901508"/>
            <a:ext cx="5230027" cy="139688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900" b="1" i="0" cap="all" baseline="0">
                <a:solidFill>
                  <a:schemeClr val="bg1"/>
                </a:solidFill>
                <a:latin typeface="Verdana" charset="0"/>
              </a:defRPr>
            </a:lvl1pPr>
          </a:lstStyle>
          <a:p>
            <a:pPr lvl="0"/>
            <a:r>
              <a:rPr lang="et-EE"/>
              <a:t>INTERMEDIATE SLIDE</a:t>
            </a:r>
          </a:p>
          <a:p>
            <a:pPr lvl="0"/>
            <a:r>
              <a:rPr lang="et-EE"/>
              <a:t>IF NECESSARY ON TWO OR THREE ROWS</a:t>
            </a:r>
          </a:p>
        </p:txBody>
      </p:sp>
    </p:spTree>
    <p:extLst>
      <p:ext uri="{BB962C8B-B14F-4D97-AF65-F5344CB8AC3E}">
        <p14:creationId xmlns:p14="http://schemas.microsoft.com/office/powerpoint/2010/main" val="25719870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43" r="-1"/>
          <a:stretch/>
        </p:blipFill>
        <p:spPr>
          <a:xfrm>
            <a:off x="-15499" y="-23247"/>
            <a:ext cx="12207498" cy="4940618"/>
          </a:xfrm>
          <a:prstGeom prst="rect">
            <a:avLst/>
          </a:prstGeom>
        </p:spPr>
      </p:pic>
      <p:sp>
        <p:nvSpPr>
          <p:cNvPr id="15" name="Freeform 14"/>
          <p:cNvSpPr/>
          <p:nvPr userDrawn="1"/>
        </p:nvSpPr>
        <p:spPr>
          <a:xfrm>
            <a:off x="-1" y="3312687"/>
            <a:ext cx="12192000" cy="3545313"/>
          </a:xfrm>
          <a:custGeom>
            <a:avLst/>
            <a:gdLst>
              <a:gd name="connsiteX0" fmla="*/ 986101 w 12192000"/>
              <a:gd name="connsiteY0" fmla="*/ 0 h 3545313"/>
              <a:gd name="connsiteX1" fmla="*/ 12192000 w 12192000"/>
              <a:gd name="connsiteY1" fmla="*/ 0 h 3545313"/>
              <a:gd name="connsiteX2" fmla="*/ 12192000 w 12192000"/>
              <a:gd name="connsiteY2" fmla="*/ 510802 h 3545313"/>
              <a:gd name="connsiteX3" fmla="*/ 12192000 w 12192000"/>
              <a:gd name="connsiteY3" fmla="*/ 1543258 h 3545313"/>
              <a:gd name="connsiteX4" fmla="*/ 12192000 w 12192000"/>
              <a:gd name="connsiteY4" fmla="*/ 3545313 h 3545313"/>
              <a:gd name="connsiteX5" fmla="*/ 986101 w 12192000"/>
              <a:gd name="connsiteY5" fmla="*/ 3545313 h 3545313"/>
              <a:gd name="connsiteX6" fmla="*/ 475299 w 12192000"/>
              <a:gd name="connsiteY6" fmla="*/ 3545313 h 3545313"/>
              <a:gd name="connsiteX7" fmla="*/ 0 w 12192000"/>
              <a:gd name="connsiteY7" fmla="*/ 3545313 h 3545313"/>
              <a:gd name="connsiteX8" fmla="*/ 0 w 12192000"/>
              <a:gd name="connsiteY8" fmla="*/ 1543258 h 3545313"/>
              <a:gd name="connsiteX9" fmla="*/ 475299 w 12192000"/>
              <a:gd name="connsiteY9" fmla="*/ 1543258 h 3545313"/>
              <a:gd name="connsiteX10" fmla="*/ 475299 w 12192000"/>
              <a:gd name="connsiteY10" fmla="*/ 510802 h 3545313"/>
              <a:gd name="connsiteX11" fmla="*/ 986101 w 12192000"/>
              <a:gd name="connsiteY11" fmla="*/ 510802 h 35453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3545313">
                <a:moveTo>
                  <a:pt x="986101" y="0"/>
                </a:moveTo>
                <a:lnTo>
                  <a:pt x="12192000" y="0"/>
                </a:lnTo>
                <a:lnTo>
                  <a:pt x="12192000" y="510802"/>
                </a:lnTo>
                <a:lnTo>
                  <a:pt x="12192000" y="1543258"/>
                </a:lnTo>
                <a:lnTo>
                  <a:pt x="12192000" y="3545313"/>
                </a:lnTo>
                <a:lnTo>
                  <a:pt x="986101" y="3545313"/>
                </a:lnTo>
                <a:lnTo>
                  <a:pt x="475299" y="3545313"/>
                </a:lnTo>
                <a:lnTo>
                  <a:pt x="0" y="3545313"/>
                </a:lnTo>
                <a:lnTo>
                  <a:pt x="0" y="1543258"/>
                </a:lnTo>
                <a:lnTo>
                  <a:pt x="475299" y="1543258"/>
                </a:lnTo>
                <a:lnTo>
                  <a:pt x="475299" y="510802"/>
                </a:lnTo>
                <a:lnTo>
                  <a:pt x="986101" y="51080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93884" y="1975732"/>
            <a:ext cx="2447645" cy="1370681"/>
          </a:xfrm>
          <a:prstGeom prst="rect">
            <a:avLst/>
          </a:prstGeom>
        </p:spPr>
      </p:pic>
      <p:sp>
        <p:nvSpPr>
          <p:cNvPr id="5" name="TextBox 4"/>
          <p:cNvSpPr txBox="1">
            <a:spLocks noChangeArrowheads="1"/>
          </p:cNvSpPr>
          <p:nvPr userDrawn="1"/>
        </p:nvSpPr>
        <p:spPr bwMode="auto">
          <a:xfrm>
            <a:off x="0" y="-992188"/>
            <a:ext cx="18415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 eaLnBrk="1" hangingPunct="1">
              <a:defRPr/>
            </a:pPr>
            <a:endParaRPr lang="en-US" altLang="en-US"/>
          </a:p>
        </p:txBody>
      </p:sp>
      <p:sp>
        <p:nvSpPr>
          <p:cNvPr id="8" name="Text Placeholder 19"/>
          <p:cNvSpPr>
            <a:spLocks noGrp="1"/>
          </p:cNvSpPr>
          <p:nvPr>
            <p:ph type="body" sz="quarter" idx="11" hasCustomPrompt="1"/>
          </p:nvPr>
        </p:nvSpPr>
        <p:spPr>
          <a:xfrm>
            <a:off x="982403" y="4755192"/>
            <a:ext cx="9469104" cy="168833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3200" b="1" cap="all" baseline="0">
                <a:solidFill>
                  <a:schemeClr val="tx2"/>
                </a:solidFill>
                <a:latin typeface="Verdana" charset="0"/>
              </a:defRPr>
            </a:lvl1pPr>
            <a:lvl2pPr marL="0" indent="0">
              <a:spcBef>
                <a:spcPts val="1000"/>
              </a:spcBef>
              <a:buFontTx/>
              <a:buNone/>
              <a:defRPr sz="1600" b="0">
                <a:solidFill>
                  <a:schemeClr val="accent2"/>
                </a:solidFill>
              </a:defRPr>
            </a:lvl2pPr>
          </a:lstStyle>
          <a:p>
            <a:pPr lvl="0">
              <a:defRPr/>
            </a:pPr>
            <a:r>
              <a:rPr lang="en-US" altLang="en-US"/>
              <a:t>TALLINN</a:t>
            </a:r>
            <a:r>
              <a:rPr lang="et-EE" altLang="en-US"/>
              <a:t> UNIVERSITY OF TECHNOLOGY</a:t>
            </a:r>
            <a:endParaRPr lang="en-US" altLang="en-US"/>
          </a:p>
          <a:p>
            <a:r>
              <a:rPr lang="en-US" altLang="en-US" sz="2000" cap="none">
                <a:latin typeface="Verdana" panose="020B0604030504040204" pitchFamily="34" charset="0"/>
              </a:rPr>
              <a:t>t</a:t>
            </a:r>
            <a:r>
              <a:rPr lang="et-EE" altLang="en-US" sz="2000" cap="none" err="1">
                <a:latin typeface="Verdana" panose="020B0604030504040204" pitchFamily="34" charset="0"/>
              </a:rPr>
              <a:t>altech</a:t>
            </a:r>
            <a:r>
              <a:rPr lang="en-US" altLang="en-US" sz="2000" cap="none">
                <a:latin typeface="Verdana" panose="020B0604030504040204" pitchFamily="34" charset="0"/>
              </a:rPr>
              <a:t>.</a:t>
            </a:r>
            <a:r>
              <a:rPr lang="en-US" altLang="en-US" sz="2000" cap="none" err="1">
                <a:latin typeface="Verdana" panose="020B0604030504040204" pitchFamily="34" charset="0"/>
              </a:rPr>
              <a:t>ee</a:t>
            </a:r>
            <a:endParaRPr lang="en-US" altLang="en-US" sz="2000" cap="none"/>
          </a:p>
        </p:txBody>
      </p:sp>
      <p:pic>
        <p:nvPicPr>
          <p:cNvPr id="3" name="Pilt 2">
            <a:extLst>
              <a:ext uri="{FF2B5EF4-FFF2-40B4-BE49-F238E27FC236}">
                <a16:creationId xmlns:a16="http://schemas.microsoft.com/office/drawing/2014/main" id="{4947FA58-87C0-44A2-98EC-3D27BA98F1C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693884" y="5999711"/>
            <a:ext cx="2447645" cy="328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1389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5E0AB993-4BFC-4F9E-97E1-F2FF3173D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819" y="365125"/>
            <a:ext cx="10515600" cy="956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Slide title</a:t>
            </a:r>
            <a:br>
              <a:rPr lang="en-US"/>
            </a:br>
            <a:r>
              <a:rPr lang="en-US"/>
              <a:t>on two lines</a:t>
            </a:r>
            <a:r>
              <a:rPr lang="et-EE"/>
              <a:t> </a:t>
            </a:r>
            <a:r>
              <a:rPr lang="en-US"/>
              <a:t>if necessary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043F4D-4C1B-412C-914B-5B86DDA7F6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171700" y="1547565"/>
            <a:ext cx="9182100" cy="39689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buClr>
                <a:srgbClr val="E4067E"/>
              </a:buClr>
            </a:pPr>
            <a:r>
              <a:rPr lang="en-US" altLang="en-US" sz="1800" err="1">
                <a:solidFill>
                  <a:srgbClr val="332B60"/>
                </a:solidFill>
                <a:latin typeface="+mn-lt"/>
              </a:rPr>
              <a:t>Vivamus</a:t>
            </a:r>
            <a:r>
              <a:rPr lang="en-US" altLang="en-US" sz="180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err="1">
                <a:solidFill>
                  <a:srgbClr val="332B60"/>
                </a:solidFill>
                <a:latin typeface="+mn-lt"/>
              </a:rPr>
              <a:t>hendrerit</a:t>
            </a:r>
            <a:r>
              <a:rPr lang="en-US" altLang="en-US" sz="1800">
                <a:solidFill>
                  <a:srgbClr val="332B60"/>
                </a:solidFill>
                <a:latin typeface="+mn-lt"/>
              </a:rPr>
              <a:t>. </a:t>
            </a:r>
            <a:r>
              <a:rPr lang="en-US" altLang="en-US" sz="1800" err="1">
                <a:solidFill>
                  <a:srgbClr val="332B60"/>
                </a:solidFill>
                <a:latin typeface="+mn-lt"/>
              </a:rPr>
              <a:t>Proin</a:t>
            </a:r>
            <a:r>
              <a:rPr lang="en-US" altLang="en-US" sz="180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err="1">
                <a:solidFill>
                  <a:srgbClr val="332B60"/>
                </a:solidFill>
                <a:latin typeface="+mn-lt"/>
              </a:rPr>
              <a:t>dapibus</a:t>
            </a:r>
            <a:r>
              <a:rPr lang="en-US" altLang="en-US" sz="1800">
                <a:solidFill>
                  <a:srgbClr val="332B60"/>
                </a:solidFill>
                <a:latin typeface="+mn-lt"/>
              </a:rPr>
              <a:t>. </a:t>
            </a:r>
            <a:r>
              <a:rPr lang="en-US" altLang="en-US" sz="1800" err="1">
                <a:solidFill>
                  <a:srgbClr val="332B60"/>
                </a:solidFill>
                <a:latin typeface="+mn-lt"/>
              </a:rPr>
              <a:t>Praesent</a:t>
            </a:r>
            <a:r>
              <a:rPr lang="en-US" altLang="en-US" sz="180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err="1">
                <a:solidFill>
                  <a:srgbClr val="332B60"/>
                </a:solidFill>
                <a:latin typeface="+mn-lt"/>
              </a:rPr>
              <a:t>ultrice</a:t>
            </a:r>
            <a:r>
              <a:rPr lang="en-US" altLang="en-US" sz="180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err="1">
                <a:solidFill>
                  <a:srgbClr val="332B60"/>
                </a:solidFill>
                <a:latin typeface="+mn-lt"/>
              </a:rPr>
              <a:t>ces</a:t>
            </a:r>
            <a:r>
              <a:rPr lang="en-US" altLang="en-US" sz="180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err="1">
                <a:solidFill>
                  <a:srgbClr val="332B60"/>
                </a:solidFill>
                <a:latin typeface="+mn-lt"/>
              </a:rPr>
              <a:t>nulla</a:t>
            </a:r>
            <a:r>
              <a:rPr lang="en-US" altLang="en-US" sz="1800">
                <a:solidFill>
                  <a:srgbClr val="332B60"/>
                </a:solidFill>
                <a:latin typeface="+mn-lt"/>
              </a:rPr>
              <a:t> sit </a:t>
            </a:r>
            <a:r>
              <a:rPr lang="en-US" altLang="en-US" sz="1800" err="1">
                <a:solidFill>
                  <a:srgbClr val="332B60"/>
                </a:solidFill>
                <a:latin typeface="+mn-lt"/>
              </a:rPr>
              <a:t>amet</a:t>
            </a:r>
            <a:r>
              <a:rPr lang="en-US" altLang="en-US" sz="1800">
                <a:solidFill>
                  <a:srgbClr val="332B60"/>
                </a:solidFill>
                <a:latin typeface="+mn-lt"/>
              </a:rPr>
              <a:t> </a:t>
            </a:r>
            <a:r>
              <a:rPr lang="en-US" altLang="en-US" sz="1800" err="1">
                <a:solidFill>
                  <a:srgbClr val="332B60"/>
                </a:solidFill>
                <a:latin typeface="+mn-lt"/>
              </a:rPr>
              <a:t>lacus</a:t>
            </a:r>
            <a:r>
              <a:rPr lang="en-US" altLang="en-US" sz="1800">
                <a:solidFill>
                  <a:srgbClr val="332B60"/>
                </a:solidFill>
                <a:latin typeface="+mn-lt"/>
              </a:rPr>
              <a:t>.</a:t>
            </a:r>
          </a:p>
          <a:p>
            <a:pPr lvl="1"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sz="1800">
                <a:solidFill>
                  <a:srgbClr val="332B60"/>
                </a:solidFill>
              </a:rPr>
              <a:t>Ut vitae </a:t>
            </a:r>
            <a:r>
              <a:rPr lang="en-US" altLang="en-US" sz="1800" err="1">
                <a:solidFill>
                  <a:srgbClr val="332B60"/>
                </a:solidFill>
              </a:rPr>
              <a:t>nunc</a:t>
            </a:r>
            <a:r>
              <a:rPr lang="en-US" altLang="en-US" sz="1800">
                <a:solidFill>
                  <a:srgbClr val="332B60"/>
                </a:solidFill>
              </a:rPr>
              <a:t> non </a:t>
            </a:r>
            <a:r>
              <a:rPr lang="en-US" altLang="en-US" sz="1800" err="1">
                <a:solidFill>
                  <a:srgbClr val="332B60"/>
                </a:solidFill>
              </a:rPr>
              <a:t>pede</a:t>
            </a:r>
            <a:r>
              <a:rPr lang="en-US" altLang="en-US" sz="1800">
                <a:solidFill>
                  <a:srgbClr val="332B60"/>
                </a:solidFill>
              </a:rPr>
              <a:t> </a:t>
            </a:r>
            <a:r>
              <a:rPr lang="en-US" altLang="en-US" sz="1800" err="1">
                <a:solidFill>
                  <a:srgbClr val="332B60"/>
                </a:solidFill>
              </a:rPr>
              <a:t>tristique</a:t>
            </a:r>
            <a:r>
              <a:rPr lang="en-US" altLang="en-US" sz="1800">
                <a:solidFill>
                  <a:srgbClr val="332B60"/>
                </a:solidFill>
              </a:rPr>
              <a:t> </a:t>
            </a:r>
            <a:r>
              <a:rPr lang="en-US" altLang="en-US" sz="1800" err="1">
                <a:solidFill>
                  <a:srgbClr val="332B60"/>
                </a:solidFill>
              </a:rPr>
              <a:t>sagittis</a:t>
            </a:r>
            <a:r>
              <a:rPr lang="en-US" altLang="en-US" sz="1800">
                <a:solidFill>
                  <a:srgbClr val="332B60"/>
                </a:solidFill>
              </a:rPr>
              <a:t>. </a:t>
            </a:r>
            <a:r>
              <a:rPr lang="en-US" altLang="en-US" sz="1800" err="1">
                <a:solidFill>
                  <a:srgbClr val="332B60"/>
                </a:solidFill>
              </a:rPr>
              <a:t>Aliquam</a:t>
            </a:r>
            <a:r>
              <a:rPr lang="en-US" altLang="en-US" sz="1800">
                <a:solidFill>
                  <a:srgbClr val="332B60"/>
                </a:solidFill>
              </a:rPr>
              <a:t> </a:t>
            </a:r>
            <a:r>
              <a:rPr lang="en-US" altLang="en-US" sz="1800" err="1">
                <a:solidFill>
                  <a:srgbClr val="332B60"/>
                </a:solidFill>
              </a:rPr>
              <a:t>imperdiet</a:t>
            </a:r>
            <a:r>
              <a:rPr lang="en-US" altLang="en-US" sz="1800">
                <a:solidFill>
                  <a:srgbClr val="332B60"/>
                </a:solidFill>
              </a:rPr>
              <a:t> </a:t>
            </a:r>
            <a:r>
              <a:rPr lang="en-US" altLang="en-US" sz="1800" err="1">
                <a:solidFill>
                  <a:srgbClr val="332B60"/>
                </a:solidFill>
              </a:rPr>
              <a:t>elit</a:t>
            </a:r>
            <a:r>
              <a:rPr lang="en-US" altLang="en-US" sz="1800">
                <a:solidFill>
                  <a:srgbClr val="332B60"/>
                </a:solidFill>
              </a:rPr>
              <a:t> vel </a:t>
            </a:r>
            <a:r>
              <a:rPr lang="en-US" altLang="en-US" sz="1800" err="1">
                <a:solidFill>
                  <a:srgbClr val="332B60"/>
                </a:solidFill>
              </a:rPr>
              <a:t>justo</a:t>
            </a:r>
            <a:r>
              <a:rPr lang="en-US" altLang="en-US" sz="1800">
                <a:solidFill>
                  <a:srgbClr val="332B60"/>
                </a:solidFill>
              </a:rPr>
              <a:t>. </a:t>
            </a:r>
          </a:p>
          <a:p>
            <a:pPr lvl="2"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sz="1800" err="1">
                <a:solidFill>
                  <a:srgbClr val="332B60"/>
                </a:solidFill>
              </a:rPr>
              <a:t>Quisque</a:t>
            </a:r>
            <a:r>
              <a:rPr lang="en-US" altLang="en-US" sz="1800">
                <a:solidFill>
                  <a:srgbClr val="332B60"/>
                </a:solidFill>
              </a:rPr>
              <a:t> </a:t>
            </a:r>
            <a:r>
              <a:rPr lang="en-US" altLang="en-US" sz="1800" err="1">
                <a:solidFill>
                  <a:srgbClr val="332B60"/>
                </a:solidFill>
              </a:rPr>
              <a:t>porttitor</a:t>
            </a:r>
            <a:r>
              <a:rPr lang="en-US" altLang="en-US" sz="1800">
                <a:solidFill>
                  <a:srgbClr val="332B60"/>
                </a:solidFill>
              </a:rPr>
              <a:t> </a:t>
            </a:r>
            <a:r>
              <a:rPr lang="en-US" altLang="en-US" sz="1800" err="1">
                <a:solidFill>
                  <a:srgbClr val="332B60"/>
                </a:solidFill>
              </a:rPr>
              <a:t>imperiandiet</a:t>
            </a:r>
            <a:r>
              <a:rPr lang="en-US" altLang="en-US" sz="1800">
                <a:solidFill>
                  <a:srgbClr val="332B60"/>
                </a:solidFill>
              </a:rPr>
              <a:t> qua.</a:t>
            </a:r>
          </a:p>
          <a:p>
            <a:pPr lvl="3"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err="1">
                <a:solidFill>
                  <a:srgbClr val="332B60"/>
                </a:solidFill>
              </a:rPr>
              <a:t>Phasellus</a:t>
            </a:r>
            <a:r>
              <a:rPr lang="en-US" altLang="en-US">
                <a:solidFill>
                  <a:srgbClr val="332B60"/>
                </a:solidFill>
              </a:rPr>
              <a:t> vel </a:t>
            </a:r>
            <a:r>
              <a:rPr lang="en-US" altLang="en-US" err="1">
                <a:solidFill>
                  <a:srgbClr val="332B60"/>
                </a:solidFill>
              </a:rPr>
              <a:t>lectus</a:t>
            </a:r>
            <a:r>
              <a:rPr lang="en-US" altLang="en-US">
                <a:solidFill>
                  <a:srgbClr val="332B60"/>
                </a:solidFill>
              </a:rPr>
              <a:t> at </a:t>
            </a:r>
            <a:r>
              <a:rPr lang="en-US" altLang="en-US" err="1">
                <a:solidFill>
                  <a:srgbClr val="332B60"/>
                </a:solidFill>
              </a:rPr>
              <a:t>orci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ornare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ultrices</a:t>
            </a:r>
            <a:r>
              <a:rPr lang="en-US" altLang="en-US">
                <a:solidFill>
                  <a:srgbClr val="332B60"/>
                </a:solidFill>
              </a:rPr>
              <a:t>. Viva </a:t>
            </a:r>
            <a:r>
              <a:rPr lang="en-US" altLang="en-US" err="1">
                <a:solidFill>
                  <a:srgbClr val="332B60"/>
                </a:solidFill>
              </a:rPr>
              <a:t>etmus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justo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est</a:t>
            </a:r>
            <a:r>
              <a:rPr lang="en-US" altLang="en-US">
                <a:solidFill>
                  <a:srgbClr val="332B60"/>
                </a:solidFill>
              </a:rPr>
              <a:t>, </a:t>
            </a:r>
            <a:r>
              <a:rPr lang="en-US" altLang="en-US" err="1">
                <a:solidFill>
                  <a:srgbClr val="332B60"/>
                </a:solidFill>
              </a:rPr>
              <a:t>vulputate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eu</a:t>
            </a:r>
            <a:r>
              <a:rPr lang="et-EE" altLang="en-US">
                <a:solidFill>
                  <a:srgbClr val="332B60"/>
                </a:solidFill>
              </a:rPr>
              <a:t>.</a:t>
            </a:r>
          </a:p>
          <a:p>
            <a:pPr lvl="4"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err="1">
                <a:solidFill>
                  <a:srgbClr val="332B60"/>
                </a:solidFill>
              </a:rPr>
              <a:t>Phasellus</a:t>
            </a:r>
            <a:r>
              <a:rPr lang="en-US" altLang="en-US">
                <a:solidFill>
                  <a:srgbClr val="332B60"/>
                </a:solidFill>
              </a:rPr>
              <a:t> vel </a:t>
            </a:r>
            <a:r>
              <a:rPr lang="en-US" altLang="en-US" err="1">
                <a:solidFill>
                  <a:srgbClr val="332B60"/>
                </a:solidFill>
              </a:rPr>
              <a:t>lectus</a:t>
            </a:r>
            <a:r>
              <a:rPr lang="en-US" altLang="en-US">
                <a:solidFill>
                  <a:srgbClr val="332B60"/>
                </a:solidFill>
              </a:rPr>
              <a:t> at </a:t>
            </a:r>
            <a:r>
              <a:rPr lang="en-US" altLang="en-US" err="1">
                <a:solidFill>
                  <a:srgbClr val="332B60"/>
                </a:solidFill>
              </a:rPr>
              <a:t>orci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ornare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ultrices</a:t>
            </a:r>
            <a:r>
              <a:rPr lang="en-US" altLang="en-US">
                <a:solidFill>
                  <a:srgbClr val="332B60"/>
                </a:solidFill>
              </a:rPr>
              <a:t>. Viva </a:t>
            </a:r>
            <a:r>
              <a:rPr lang="en-US" altLang="en-US" err="1">
                <a:solidFill>
                  <a:srgbClr val="332B60"/>
                </a:solidFill>
              </a:rPr>
              <a:t>etmus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justo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est</a:t>
            </a:r>
            <a:r>
              <a:rPr lang="en-US" altLang="en-US">
                <a:solidFill>
                  <a:srgbClr val="332B60"/>
                </a:solidFill>
              </a:rPr>
              <a:t>, </a:t>
            </a:r>
            <a:r>
              <a:rPr lang="en-US" altLang="en-US" err="1">
                <a:solidFill>
                  <a:srgbClr val="332B60"/>
                </a:solidFill>
              </a:rPr>
              <a:t>vulputate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eu</a:t>
            </a:r>
            <a:r>
              <a:rPr lang="et-EE" altLang="en-US">
                <a:solidFill>
                  <a:srgbClr val="332B60"/>
                </a:solidFill>
              </a:rPr>
              <a:t>.</a:t>
            </a:r>
          </a:p>
          <a:p>
            <a:pPr lvl="5">
              <a:buClr>
                <a:srgbClr val="E4067E"/>
              </a:buClr>
              <a:buFont typeface="Wingdings" panose="05000000000000000000" pitchFamily="2" charset="2"/>
              <a:buChar char="§"/>
            </a:pPr>
            <a:r>
              <a:rPr lang="en-US" altLang="en-US" err="1">
                <a:solidFill>
                  <a:srgbClr val="332B60"/>
                </a:solidFill>
              </a:rPr>
              <a:t>Phasellus</a:t>
            </a:r>
            <a:r>
              <a:rPr lang="en-US" altLang="en-US">
                <a:solidFill>
                  <a:srgbClr val="332B60"/>
                </a:solidFill>
              </a:rPr>
              <a:t> vel </a:t>
            </a:r>
            <a:r>
              <a:rPr lang="en-US" altLang="en-US" err="1">
                <a:solidFill>
                  <a:srgbClr val="332B60"/>
                </a:solidFill>
              </a:rPr>
              <a:t>lectus</a:t>
            </a:r>
            <a:r>
              <a:rPr lang="en-US" altLang="en-US">
                <a:solidFill>
                  <a:srgbClr val="332B60"/>
                </a:solidFill>
              </a:rPr>
              <a:t> at </a:t>
            </a:r>
            <a:r>
              <a:rPr lang="en-US" altLang="en-US" err="1">
                <a:solidFill>
                  <a:srgbClr val="332B60"/>
                </a:solidFill>
              </a:rPr>
              <a:t>orci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ornare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ultrices</a:t>
            </a:r>
            <a:r>
              <a:rPr lang="en-US" altLang="en-US">
                <a:solidFill>
                  <a:srgbClr val="332B60"/>
                </a:solidFill>
              </a:rPr>
              <a:t>. Viva </a:t>
            </a:r>
            <a:r>
              <a:rPr lang="en-US" altLang="en-US" err="1">
                <a:solidFill>
                  <a:srgbClr val="332B60"/>
                </a:solidFill>
              </a:rPr>
              <a:t>etmus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justo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est</a:t>
            </a:r>
            <a:r>
              <a:rPr lang="en-US" altLang="en-US">
                <a:solidFill>
                  <a:srgbClr val="332B60"/>
                </a:solidFill>
              </a:rPr>
              <a:t>, </a:t>
            </a:r>
            <a:r>
              <a:rPr lang="en-US" altLang="en-US" err="1">
                <a:solidFill>
                  <a:srgbClr val="332B60"/>
                </a:solidFill>
              </a:rPr>
              <a:t>vulputate</a:t>
            </a:r>
            <a:r>
              <a:rPr lang="en-US" altLang="en-US">
                <a:solidFill>
                  <a:srgbClr val="332B60"/>
                </a:solidFill>
              </a:rPr>
              <a:t> </a:t>
            </a:r>
            <a:r>
              <a:rPr lang="en-US" altLang="en-US" err="1">
                <a:solidFill>
                  <a:srgbClr val="332B60"/>
                </a:solidFill>
              </a:rPr>
              <a:t>eu</a:t>
            </a:r>
            <a:r>
              <a:rPr lang="et-EE" altLang="en-US">
                <a:solidFill>
                  <a:srgbClr val="332B60"/>
                </a:solidFill>
              </a:rPr>
              <a:t>.</a:t>
            </a:r>
            <a:endParaRPr lang="en-US" altLang="en-US">
              <a:solidFill>
                <a:srgbClr val="332B60"/>
              </a:solidFill>
            </a:endParaRPr>
          </a:p>
        </p:txBody>
      </p:sp>
      <p:pic>
        <p:nvPicPr>
          <p:cNvPr id="10" name="Pilt 9">
            <a:extLst>
              <a:ext uri="{FF2B5EF4-FFF2-40B4-BE49-F238E27FC236}">
                <a16:creationId xmlns:a16="http://schemas.microsoft.com/office/drawing/2014/main" id="{7EDB3299-5C99-4B36-A0AB-229F75F6A0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7"/>
          <a:srcRect r="61689"/>
          <a:stretch/>
        </p:blipFill>
        <p:spPr>
          <a:xfrm>
            <a:off x="479426" y="5768975"/>
            <a:ext cx="1144276" cy="58516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918" r:id="rId1"/>
    <p:sldLayoutId id="2147483909" r:id="rId2"/>
    <p:sldLayoutId id="2147483922" r:id="rId3"/>
    <p:sldLayoutId id="2147483910" r:id="rId4"/>
    <p:sldLayoutId id="2147483911" r:id="rId5"/>
    <p:sldLayoutId id="2147483912" r:id="rId6"/>
    <p:sldLayoutId id="2147483913" r:id="rId7"/>
    <p:sldLayoutId id="2147483914" r:id="rId8"/>
    <p:sldLayoutId id="2147483915" r:id="rId9"/>
    <p:sldLayoutId id="2147483916" r:id="rId10"/>
    <p:sldLayoutId id="2147483917" r:id="rId11"/>
    <p:sldLayoutId id="2147483919" r:id="rId12"/>
    <p:sldLayoutId id="2147483923" r:id="rId13"/>
    <p:sldLayoutId id="2147483924" r:id="rId14"/>
    <p:sldLayoutId id="2147483920" r:id="rId15"/>
  </p:sldLayoutIdLst>
  <p:hf hdr="0"/>
  <p:txStyles>
    <p:titleStyle>
      <a:lvl1pPr algn="l" rtl="0" eaLnBrk="1" fontAlgn="base" hangingPunct="1">
        <a:lnSpc>
          <a:spcPct val="100000"/>
        </a:lnSpc>
        <a:spcBef>
          <a:spcPct val="0"/>
        </a:spcBef>
        <a:spcAft>
          <a:spcPct val="0"/>
        </a:spcAft>
        <a:defRPr sz="2200" b="1" kern="1200" cap="all" baseline="0">
          <a:solidFill>
            <a:schemeClr val="tx2"/>
          </a:solidFill>
          <a:latin typeface="+mn-lt"/>
          <a:ea typeface="+mj-ea"/>
          <a:cs typeface="+mj-cs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Verdana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Verdana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Verdana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Verdana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9pPr>
    </p:titleStyle>
    <p:bodyStyle>
      <a:lvl1pPr marL="265113" indent="-265113" algn="l" rtl="0" eaLnBrk="1" fontAlgn="base" hangingPunct="1">
        <a:lnSpc>
          <a:spcPct val="100000"/>
        </a:lnSpc>
        <a:spcBef>
          <a:spcPts val="500"/>
        </a:spcBef>
        <a:spcAft>
          <a:spcPct val="0"/>
        </a:spcAft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13" indent="-265113" algn="l" rtl="0" eaLnBrk="1" fontAlgn="base" hangingPunct="1">
        <a:lnSpc>
          <a:spcPct val="100000"/>
        </a:lnSpc>
        <a:spcBef>
          <a:spcPts val="500"/>
        </a:spcBef>
        <a:spcAft>
          <a:spcPct val="0"/>
        </a:spcAft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265113" indent="-265113" algn="l" rtl="0" eaLnBrk="1" fontAlgn="base" hangingPunct="1">
        <a:lnSpc>
          <a:spcPct val="100000"/>
        </a:lnSpc>
        <a:spcBef>
          <a:spcPts val="500"/>
        </a:spcBef>
        <a:spcAft>
          <a:spcPct val="0"/>
        </a:spcAft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265113" indent="-265113" algn="l" rtl="0" eaLnBrk="1" fontAlgn="base" hangingPunct="1">
        <a:lnSpc>
          <a:spcPct val="100000"/>
        </a:lnSpc>
        <a:spcBef>
          <a:spcPts val="500"/>
        </a:spcBef>
        <a:spcAft>
          <a:spcPct val="0"/>
        </a:spcAft>
        <a:buFont typeface="Wingdings" panose="05000000000000000000" pitchFamily="2" charset="2"/>
        <a:buChar char="§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65113" indent="-265113" algn="l" rtl="0" eaLnBrk="1" fontAlgn="base" hangingPunct="1">
        <a:lnSpc>
          <a:spcPct val="100000"/>
        </a:lnSpc>
        <a:spcBef>
          <a:spcPts val="500"/>
        </a:spcBef>
        <a:spcAft>
          <a:spcPct val="0"/>
        </a:spcAft>
        <a:buFont typeface="Wingdings" panose="05000000000000000000" pitchFamily="2" charset="2"/>
        <a:buChar char="§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65113" indent="-265113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634" userDrawn="1">
          <p15:clr>
            <a:srgbClr val="F26B43"/>
          </p15:clr>
        </p15:guide>
        <p15:guide id="2" pos="302" userDrawn="1">
          <p15:clr>
            <a:srgbClr val="F26B43"/>
          </p15:clr>
        </p15:guide>
        <p15:guide id="3" pos="1368" userDrawn="1">
          <p15:clr>
            <a:srgbClr val="F26B43"/>
          </p15:clr>
        </p15:guide>
        <p15:guide id="4" orient="horz" pos="3997" userDrawn="1">
          <p15:clr>
            <a:srgbClr val="F26B43"/>
          </p15:clr>
        </p15:guide>
        <p15:guide id="5" orient="horz" pos="1026" userDrawn="1">
          <p15:clr>
            <a:srgbClr val="F26B43"/>
          </p15:clr>
        </p15:guide>
        <p15:guide id="6" orient="horz" pos="346" userDrawn="1">
          <p15:clr>
            <a:srgbClr val="F26B43"/>
          </p15:clr>
        </p15:guide>
        <p15:guide id="7" orient="horz" pos="347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microsoft.com/office/2007/relationships/hdphoto" Target="../media/hdphoto2.wdp"/><Relationship Id="rId7" Type="http://schemas.microsoft.com/office/2007/relationships/hdphoto" Target="../media/hdphoto4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microsoft.com/office/2007/relationships/hdphoto" Target="../media/hdphoto3.wdp"/><Relationship Id="rId4" Type="http://schemas.openxmlformats.org/officeDocument/2006/relationships/image" Target="../media/image11.png"/><Relationship Id="rId9" Type="http://schemas.microsoft.com/office/2007/relationships/hdphoto" Target="../media/hdphoto5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jpeg"/><Relationship Id="rId7" Type="http://schemas.openxmlformats.org/officeDocument/2006/relationships/image" Target="../media/image1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epthinktank.eu/2021/03/19/eu-climate-action-policy-responding-to-the-global-emergency/share-of-industrial-activities-in-the-total-industrial-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20FCC74-8FD0-4E4B-B372-144CA9E3F311}"/>
              </a:ext>
            </a:extLst>
          </p:cNvPr>
          <p:cNvSpPr txBox="1">
            <a:spLocks/>
          </p:cNvSpPr>
          <p:nvPr/>
        </p:nvSpPr>
        <p:spPr>
          <a:xfrm>
            <a:off x="958320" y="3345746"/>
            <a:ext cx="11042091" cy="672737"/>
          </a:xfrm>
          <a:prstGeom prst="rect">
            <a:avLst/>
          </a:prstGeom>
        </p:spPr>
        <p:txBody>
          <a:bodyPr vert="horz" lIns="0" tIns="0" rIns="0" bIns="0" rtlCol="0" anchor="b" anchorCtr="0">
            <a:normAutofit/>
          </a:bodyPr>
          <a:lstStyle>
            <a:lvl1pPr algn="ctr" defTabSz="6095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067" b="1" kern="1200" cap="all" spc="-67" baseline="0">
                <a:solidFill>
                  <a:schemeClr val="bg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8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Thermal-Kinetic Study of Illitic Clays and Calcium/Sulphur-Rich Industrial By-product Under Varied Calcination Atmospheres</a:t>
            </a:r>
            <a:endParaRPr lang="en-GB" sz="18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EC82FBD-C470-4B2C-B031-C9AEF5F2AAA3}"/>
              </a:ext>
            </a:extLst>
          </p:cNvPr>
          <p:cNvSpPr txBox="1">
            <a:spLocks/>
          </p:cNvSpPr>
          <p:nvPr/>
        </p:nvSpPr>
        <p:spPr>
          <a:xfrm>
            <a:off x="61342" y="6317945"/>
            <a:ext cx="5199590" cy="473881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0" indent="0" algn="ctr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None/>
              <a:defRPr sz="1600" b="1" kern="1200" spc="-67" baseline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536575" indent="-268288" algn="l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400" kern="1200" spc="-67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804863" indent="-268288" algn="l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Char char="−"/>
              <a:defRPr sz="1200" kern="1200" spc="-67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079500" indent="-274638" algn="l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Char char="−"/>
              <a:defRPr sz="1200" kern="1200" spc="-67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1347788" indent="-268288" algn="l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Char char="−"/>
              <a:defRPr sz="1200" kern="1200" spc="-67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Aft>
                <a:spcPts val="0"/>
              </a:spcAft>
              <a:buClr>
                <a:srgbClr val="117D3F"/>
              </a:buClr>
              <a:defRPr/>
            </a:pPr>
            <a:r>
              <a:rPr kumimoji="0" lang="en-GB" sz="1200" b="1" i="0" u="none" strike="noStrike" kern="1200" cap="none" spc="-67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Gill Sans MT" panose="020B0502020104020203" pitchFamily="34" charset="0"/>
                <a:cs typeface="Calibri"/>
              </a:rPr>
              <a:t>LABORATORY OF INORGANIC MATERIALS,</a:t>
            </a:r>
          </a:p>
          <a:p>
            <a:pPr algn="l" fontAlgn="auto">
              <a:spcAft>
                <a:spcPts val="0"/>
              </a:spcAft>
              <a:buClr>
                <a:srgbClr val="117D3F"/>
              </a:buClr>
              <a:defRPr/>
            </a:pPr>
            <a:r>
              <a:rPr kumimoji="0" lang="en-GB" sz="1200" b="1" i="0" u="none" strike="noStrike" kern="1200" cap="none" spc="-67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Gill Sans MT" panose="020B0502020104020203" pitchFamily="34" charset="0"/>
                <a:cs typeface="Calibri"/>
              </a:rPr>
              <a:t>DEPARTMENT OF MATERIALS AND ENVIRONMENTAL TECHNOLOGY</a:t>
            </a:r>
          </a:p>
          <a:p>
            <a:pPr algn="l" fontAlgn="auto">
              <a:spcAft>
                <a:spcPts val="0"/>
              </a:spcAft>
              <a:buClr>
                <a:srgbClr val="117D3F"/>
              </a:buClr>
              <a:defRPr/>
            </a:pPr>
            <a:endParaRPr lang="en-gb" sz="800" dirty="0">
              <a:solidFill>
                <a:schemeClr val="tx1"/>
              </a:solidFill>
              <a:latin typeface="Gill Sans MT" panose="020B0502020104020203" pitchFamily="34" charset="0"/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E680D8B-6173-4C86-8967-9A01A3A91DD8}"/>
              </a:ext>
            </a:extLst>
          </p:cNvPr>
          <p:cNvSpPr txBox="1">
            <a:spLocks/>
          </p:cNvSpPr>
          <p:nvPr/>
        </p:nvSpPr>
        <p:spPr>
          <a:xfrm>
            <a:off x="3997021" y="5169094"/>
            <a:ext cx="3580034" cy="419622"/>
          </a:xfrm>
          <a:prstGeom prst="rect">
            <a:avLst/>
          </a:prstGeom>
        </p:spPr>
        <p:txBody>
          <a:bodyPr vert="horz" lIns="0" tIns="0" rIns="0" bIns="0" rtlCol="0" anchor="t">
            <a:normAutofit fontScale="92500" lnSpcReduction="10000"/>
          </a:bodyPr>
          <a:lstStyle>
            <a:lvl1pPr marL="0" indent="0" algn="ctr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None/>
              <a:defRPr sz="1600" b="1" kern="1200" spc="-67" baseline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536575" indent="-268288" algn="l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400" kern="1200" spc="-67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804863" indent="-268288" algn="l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Char char="−"/>
              <a:defRPr sz="1200" kern="1200" spc="-67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079500" indent="-274638" algn="l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Char char="−"/>
              <a:defRPr sz="1200" kern="1200" spc="-67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1347788" indent="-268288" algn="l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Char char="−"/>
              <a:defRPr sz="1200" kern="1200" spc="-67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Aft>
                <a:spcPts val="0"/>
              </a:spcAft>
              <a:buClr>
                <a:srgbClr val="117D3F"/>
              </a:buClr>
              <a:defRPr/>
            </a:pPr>
            <a:r>
              <a:rPr lang="en-GB" sz="1400" dirty="0">
                <a:solidFill>
                  <a:schemeClr val="tx1"/>
                </a:solidFill>
                <a:latin typeface="Gill Sans MT" panose="020B0502020104020203" pitchFamily="34" charset="0"/>
                <a:cs typeface="Calibri"/>
              </a:rPr>
              <a:t>PRESENTER:  </a:t>
            </a:r>
            <a:r>
              <a:rPr kumimoji="0" lang="en-GB" sz="1400" b="1" i="0" u="none" strike="noStrike" kern="1200" cap="none" spc="-67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Gill Sans MT" panose="020B0502020104020203" pitchFamily="34" charset="0"/>
                <a:cs typeface="Calibri"/>
              </a:rPr>
              <a:t>DR. CAN RÜSTÜ YÖRÜK</a:t>
            </a:r>
          </a:p>
          <a:p>
            <a:pPr algn="l" fontAlgn="auto">
              <a:spcAft>
                <a:spcPts val="0"/>
              </a:spcAft>
              <a:buClr>
                <a:srgbClr val="117D3F"/>
              </a:buClr>
              <a:defRPr/>
            </a:pPr>
            <a:r>
              <a:rPr lang="en-GB" sz="1400" dirty="0">
                <a:solidFill>
                  <a:schemeClr val="tx1"/>
                </a:solidFill>
                <a:latin typeface="Gill Sans MT" panose="020B0502020104020203" pitchFamily="34" charset="0"/>
                <a:cs typeface="Calibri"/>
              </a:rPr>
              <a:t> </a:t>
            </a:r>
            <a:endParaRPr lang="en-gb" sz="1400" dirty="0">
              <a:solidFill>
                <a:schemeClr val="tx1"/>
              </a:solidFill>
              <a:latin typeface="Gill Sans MT" panose="020B0502020104020203" pitchFamily="34" charset="0"/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551BAD6-48D3-499C-AECC-77C773F36EB6}"/>
              </a:ext>
            </a:extLst>
          </p:cNvPr>
          <p:cNvSpPr txBox="1">
            <a:spLocks/>
          </p:cNvSpPr>
          <p:nvPr/>
        </p:nvSpPr>
        <p:spPr>
          <a:xfrm>
            <a:off x="4113981" y="4686563"/>
            <a:ext cx="3688500" cy="321082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0" indent="0" algn="ctr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anose="05000000000000000000" pitchFamily="2" charset="2"/>
              <a:buNone/>
              <a:defRPr sz="1600" b="1" kern="1200" spc="-67" baseline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536575" indent="-268288" algn="l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400" kern="1200" spc="-67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804863" indent="-268288" algn="l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Char char="−"/>
              <a:defRPr sz="1200" kern="1200" spc="-67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079500" indent="-274638" algn="l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Char char="−"/>
              <a:defRPr sz="1200" kern="1200" spc="-67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1347788" indent="-268288" algn="l" defTabSz="609585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Char char="−"/>
              <a:defRPr sz="1200" kern="1200" spc="-67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Aft>
                <a:spcPts val="0"/>
              </a:spcAft>
              <a:buClr>
                <a:srgbClr val="117D3F"/>
              </a:buClr>
              <a:defRPr/>
            </a:pPr>
            <a:r>
              <a:rPr lang="en-GB" sz="1400" dirty="0">
                <a:solidFill>
                  <a:schemeClr val="tx1"/>
                </a:solidFill>
                <a:latin typeface="Gill Sans MT" panose="020B0502020104020203" pitchFamily="34" charset="0"/>
                <a:cs typeface="Calibri"/>
              </a:rPr>
              <a:t>SOURCES MEETING: --.03.2025</a:t>
            </a:r>
            <a:endParaRPr lang="en-gb" sz="1400" dirty="0">
              <a:solidFill>
                <a:schemeClr val="tx1"/>
              </a:solidFill>
              <a:latin typeface="Gill Sans MT" panose="020B0502020104020203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2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E7C160B-FE61-41AC-A5D1-6E9C5B23D75B}"/>
              </a:ext>
            </a:extLst>
          </p:cNvPr>
          <p:cNvSpPr txBox="1">
            <a:spLocks/>
          </p:cNvSpPr>
          <p:nvPr/>
        </p:nvSpPr>
        <p:spPr>
          <a:xfrm>
            <a:off x="508488" y="1066709"/>
            <a:ext cx="11175023" cy="46886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Clr>
                <a:srgbClr val="9BAFB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Introduction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lumMod val="85000"/>
                  <a:lumOff val="15000"/>
                </a:srgbClr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Clr>
                <a:srgbClr val="9BAFB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Research Gap </a:t>
            </a:r>
          </a:p>
          <a:p>
            <a:pPr marL="228600" marR="0" lvl="0" indent="-228600" algn="l" defTabSz="914400" rtl="0" eaLnBrk="1" fontAlgn="auto" latinLnBrk="0" hangingPunct="1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Clr>
                <a:srgbClr val="9BAFB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General Aim and Objectives</a:t>
            </a:r>
          </a:p>
          <a:p>
            <a:pPr marL="228600" marR="0" lvl="0" indent="-228600" algn="l" defTabSz="914400" rtl="0" eaLnBrk="1" fontAlgn="auto" latinLnBrk="0" hangingPunct="1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Clr>
                <a:srgbClr val="9BAFB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Materials and Methods</a:t>
            </a:r>
          </a:p>
          <a:p>
            <a:pPr marL="228600" marR="0" lvl="0" indent="-228600" algn="l" defTabSz="914400" rtl="0" eaLnBrk="1" fontAlgn="auto" latinLnBrk="0" hangingPunct="1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Clr>
                <a:srgbClr val="9BAFB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2400" dirty="0">
                <a:solidFill>
                  <a:srgbClr val="000000">
                    <a:lumMod val="85000"/>
                    <a:lumOff val="15000"/>
                  </a:srgbClr>
                </a:solidFill>
                <a:latin typeface="Gill Sans MT" panose="020B0502020104020203"/>
              </a:rPr>
              <a:t>References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lumMod val="85000"/>
                  <a:lumOff val="15000"/>
                </a:srgbClr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all" spc="20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Gill Sans MT" panose="020B0502020104020203"/>
                <a:ea typeface="+mj-ea"/>
                <a:cs typeface="+mj-cs"/>
              </a:rP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1476163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3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622371" y="112465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Introduction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1DF7292F-5436-44D1-B443-5217DE5A594B}"/>
              </a:ext>
            </a:extLst>
          </p:cNvPr>
          <p:cNvSpPr txBox="1">
            <a:spLocks/>
          </p:cNvSpPr>
          <p:nvPr/>
        </p:nvSpPr>
        <p:spPr>
          <a:xfrm>
            <a:off x="126860" y="881211"/>
            <a:ext cx="7272561" cy="47856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Clr>
                <a:srgbClr val="9BAFB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 pitchFamily="34" charset="0"/>
              </a:rPr>
              <a:t>Atmospheric conditions have an impact on thermal decomposition</a:t>
            </a:r>
          </a:p>
          <a:p>
            <a:pPr marL="457200" marR="0" lvl="1" indent="-228600" algn="l" defTabSz="914400" rtl="0" eaLnBrk="1" fontAlgn="auto" latinLnBrk="0" hangingPunct="1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Clr>
                <a:srgbClr val="9BAFB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 pitchFamily="34" charset="0"/>
              </a:rPr>
              <a:t>According to the IEA, global energy-related CO2 emissions hit a record high of 36.3 billion tonnes in 2021.</a:t>
            </a:r>
            <a:r>
              <a:rPr kumimoji="0" lang="en-GB" b="0" i="0" u="none" strike="noStrike" kern="1200" cap="none" spc="0" normalizeH="0" baseline="3000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 pitchFamily="34" charset="0"/>
                <a:cs typeface="Times New Roman" panose="02020603050405020304" pitchFamily="18" charset="0"/>
              </a:rPr>
              <a:t>1</a:t>
            </a:r>
          </a:p>
          <a:p>
            <a:pPr marL="457200" marR="0" lvl="1" indent="-228600" algn="l" defTabSz="914400" rtl="0" eaLnBrk="1" fontAlgn="auto" latinLnBrk="0" hangingPunct="1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Clr>
                <a:srgbClr val="9BAFB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 pitchFamily="34" charset="0"/>
              </a:rPr>
              <a:t>Urgent need for sustainable alternatives to meet sustainability goals.</a:t>
            </a:r>
          </a:p>
          <a:p>
            <a:pPr marL="457200" marR="0" lvl="1" indent="-228600" algn="l" defTabSz="914400" rtl="0" eaLnBrk="1" fontAlgn="auto" latinLnBrk="0" hangingPunct="1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Clr>
                <a:srgbClr val="9BAFB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 pitchFamily="34" charset="0"/>
              </a:rPr>
              <a:t>Novel approach: Calcining Illitic clays and oil shale ash in reducing atmosphere.</a:t>
            </a:r>
          </a:p>
          <a:p>
            <a:pPr marL="457200" marR="0" lvl="1" indent="-228600" algn="l" defTabSz="914400" rtl="0" eaLnBrk="1" fontAlgn="auto" latinLnBrk="0" hangingPunct="1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Clr>
                <a:srgbClr val="9BAFB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 pitchFamily="34" charset="0"/>
              </a:rPr>
              <a:t>Valorisation of industrial waste</a:t>
            </a:r>
            <a:r>
              <a:rPr lang="en-GB" dirty="0">
                <a:solidFill>
                  <a:srgbClr val="000000">
                    <a:lumMod val="85000"/>
                    <a:lumOff val="15000"/>
                  </a:srgbClr>
                </a:solidFill>
                <a:latin typeface="Gill Sans MT" panose="020B0502020104020203" pitchFamily="34" charset="0"/>
              </a:rPr>
              <a:t> </a:t>
            </a: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 pitchFamily="34" charset="0"/>
              </a:rPr>
              <a:t>and calcined clay as supplementary cementitious material (SCM).</a:t>
            </a:r>
          </a:p>
          <a:p>
            <a:pPr lvl="1" fontAlgn="auto">
              <a:lnSpc>
                <a:spcPct val="200000"/>
              </a:lnSpc>
              <a:spcAft>
                <a:spcPts val="0"/>
              </a:spcAft>
              <a:buClr>
                <a:srgbClr val="9BAFB5"/>
              </a:buClr>
              <a:defRPr/>
            </a:pPr>
            <a:r>
              <a:rPr kumimoji="0" lang="en-GB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 pitchFamily="34" charset="0"/>
              </a:rPr>
              <a:t>Resource conservation and Carbon footprint reduction</a:t>
            </a:r>
            <a:r>
              <a:rPr lang="en-GB" dirty="0">
                <a:solidFill>
                  <a:srgbClr val="000000">
                    <a:lumMod val="85000"/>
                    <a:lumOff val="15000"/>
                  </a:srgbClr>
                </a:solidFill>
                <a:latin typeface="Gill Sans MT" panose="020B0502020104020203" pitchFamily="34" charset="0"/>
              </a:rPr>
              <a:t>.</a:t>
            </a:r>
            <a:endParaRPr kumimoji="0" lang="en-GB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lumMod val="85000"/>
                  <a:lumOff val="15000"/>
                </a:srgbClr>
              </a:solidFill>
              <a:effectLst/>
              <a:uLnTx/>
              <a:uFillTx/>
              <a:latin typeface="Gill Sans MT" panose="020B05020201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F5084F-215D-4A43-8576-38E65DB00922}"/>
              </a:ext>
            </a:extLst>
          </p:cNvPr>
          <p:cNvSpPr txBox="1"/>
          <p:nvPr/>
        </p:nvSpPr>
        <p:spPr>
          <a:xfrm>
            <a:off x="7399421" y="4583326"/>
            <a:ext cx="46657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GB" sz="1000" dirty="0">
                <a:solidFill>
                  <a:srgbClr val="000000"/>
                </a:solidFill>
                <a:latin typeface="Gill Sans MT" panose="020B0502020104020203" pitchFamily="34" charset="0"/>
              </a:rPr>
              <a:t>Figure 1: Share of industrial activities in the total industrial CO</a:t>
            </a:r>
            <a:r>
              <a:rPr lang="en-GB" sz="1000" baseline="-25000" dirty="0">
                <a:solidFill>
                  <a:srgbClr val="000000"/>
                </a:solidFill>
                <a:latin typeface="Gill Sans MT" panose="020B0502020104020203" pitchFamily="34" charset="0"/>
              </a:rPr>
              <a:t>2</a:t>
            </a:r>
            <a:r>
              <a:rPr lang="en-GB" sz="1000" dirty="0">
                <a:solidFill>
                  <a:srgbClr val="000000"/>
                </a:solidFill>
                <a:latin typeface="Gill Sans MT" panose="020B0502020104020203" pitchFamily="34" charset="0"/>
              </a:rPr>
              <a:t> emissions in the EU (2018)</a:t>
            </a:r>
            <a:r>
              <a:rPr lang="en-GB" sz="1000" baseline="30000" dirty="0">
                <a:solidFill>
                  <a:srgbClr val="000000"/>
                </a:solidFill>
                <a:latin typeface="Gill Sans MT" panose="020B0502020104020203" pitchFamily="34" charset="0"/>
              </a:rPr>
              <a:t>2</a:t>
            </a:r>
            <a:endParaRPr lang="en-GB" sz="1000" baseline="30000" dirty="0">
              <a:solidFill>
                <a:srgbClr val="000000"/>
              </a:solidFill>
              <a:latin typeface="Gill Sans MT" panose="020B0502020104020203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D32353F-AD81-4748-B6C2-7F7FAFA35C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  <a14:imgEffect>
                      <a14:colorTemperature colorTemp="7200"/>
                    </a14:imgEffect>
                    <a14:imgEffect>
                      <a14:saturation sat="2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99421" y="1019856"/>
            <a:ext cx="4665719" cy="3395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0896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4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Research gap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D3431A9C-7D3A-4DC9-965A-DC893FF56A71}"/>
              </a:ext>
            </a:extLst>
          </p:cNvPr>
          <p:cNvSpPr txBox="1">
            <a:spLocks/>
          </p:cNvSpPr>
          <p:nvPr/>
        </p:nvSpPr>
        <p:spPr>
          <a:xfrm>
            <a:off x="365149" y="1105349"/>
            <a:ext cx="11461700" cy="444636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250000"/>
              </a:lnSpc>
              <a:spcBef>
                <a:spcPts val="1000"/>
              </a:spcBef>
              <a:spcAft>
                <a:spcPts val="0"/>
              </a:spcAft>
              <a:buClr>
                <a:srgbClr val="9BAFB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Limited research on:</a:t>
            </a:r>
          </a:p>
          <a:p>
            <a:pPr lvl="2" fontAlgn="auto">
              <a:lnSpc>
                <a:spcPct val="250000"/>
              </a:lnSpc>
              <a:spcAft>
                <a:spcPts val="0"/>
              </a:spcAft>
              <a:buClr>
                <a:srgbClr val="9BAFB5"/>
              </a:buClr>
              <a:defRPr/>
            </a:pPr>
            <a:r>
              <a:rPr kumimoji="0" lang="en-GB" sz="19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Thermal activation as a precursor to valorisation strategies for </a:t>
            </a:r>
            <a:r>
              <a:rPr kumimoji="0" lang="en-GB" sz="1900" b="1" i="0" u="sng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Illitic</a:t>
            </a:r>
            <a:r>
              <a:rPr kumimoji="0" lang="en-GB" sz="19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 </a:t>
            </a:r>
            <a:r>
              <a:rPr kumimoji="0" lang="en-GB" sz="1900" b="1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clays</a:t>
            </a:r>
            <a:r>
              <a:rPr kumimoji="0" lang="en-GB" sz="19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 (Aseri, Kunda,  Arumetsa) and calcium and sulphur-rich residues (</a:t>
            </a:r>
            <a:r>
              <a:rPr kumimoji="0" lang="en-GB" sz="1900" b="1" i="0" u="sng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land-filled</a:t>
            </a:r>
            <a:r>
              <a:rPr kumimoji="0" lang="en-GB" sz="19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 Oil shale ash).</a:t>
            </a:r>
          </a:p>
          <a:p>
            <a:pPr lvl="2" fontAlgn="auto">
              <a:lnSpc>
                <a:spcPct val="250000"/>
              </a:lnSpc>
              <a:spcAft>
                <a:spcPts val="0"/>
              </a:spcAft>
              <a:buClr>
                <a:srgbClr val="9BAFB5"/>
              </a:buClr>
              <a:defRPr/>
            </a:pPr>
            <a:r>
              <a:rPr kumimoji="0" lang="en-GB" sz="19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Thermal </a:t>
            </a:r>
            <a:r>
              <a:rPr lang="en-GB" sz="1900" dirty="0">
                <a:solidFill>
                  <a:srgbClr val="000000">
                    <a:lumMod val="85000"/>
                    <a:lumOff val="15000"/>
                  </a:srgbClr>
                </a:solidFill>
                <a:latin typeface="Gill Sans MT" panose="020B0502020104020203"/>
              </a:rPr>
              <a:t>characterization of these materials in CO</a:t>
            </a:r>
            <a:r>
              <a:rPr lang="en-GB" sz="1900" baseline="-25000" dirty="0">
                <a:solidFill>
                  <a:srgbClr val="000000">
                    <a:lumMod val="85000"/>
                    <a:lumOff val="15000"/>
                  </a:srgbClr>
                </a:solidFill>
                <a:latin typeface="Gill Sans MT" panose="020B0502020104020203"/>
              </a:rPr>
              <a:t>2</a:t>
            </a:r>
            <a:r>
              <a:rPr lang="en-GB" sz="1900" dirty="0">
                <a:solidFill>
                  <a:srgbClr val="000000">
                    <a:lumMod val="85000"/>
                    <a:lumOff val="15000"/>
                  </a:srgbClr>
                </a:solidFill>
                <a:latin typeface="Gill Sans MT" panose="020B0502020104020203"/>
              </a:rPr>
              <a:t>-rich atmosphere.</a:t>
            </a:r>
            <a:endParaRPr kumimoji="0" lang="en-GB" sz="19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lumMod val="85000"/>
                  <a:lumOff val="15000"/>
                </a:srgbClr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pPr lvl="2" fontAlgn="auto">
              <a:lnSpc>
                <a:spcPct val="250000"/>
              </a:lnSpc>
              <a:spcAft>
                <a:spcPts val="0"/>
              </a:spcAft>
              <a:buClr>
                <a:srgbClr val="9BAFB5"/>
              </a:buClr>
              <a:defRPr/>
            </a:pPr>
            <a:r>
              <a:rPr kumimoji="0" lang="en-GB" sz="19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Effects of mechanochemical and thermal activation on mineralogical and morphological characteristics of these materials.</a:t>
            </a:r>
          </a:p>
        </p:txBody>
      </p:sp>
    </p:spTree>
    <p:extLst>
      <p:ext uri="{BB962C8B-B14F-4D97-AF65-F5344CB8AC3E}">
        <p14:creationId xmlns:p14="http://schemas.microsoft.com/office/powerpoint/2010/main" val="11739835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5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General aim </a:t>
            </a:r>
            <a:r>
              <a:rPr lang="en-US" cap="none" dirty="0">
                <a:latin typeface="Gill Sans MT" panose="020B0502020104020203"/>
              </a:rPr>
              <a:t>and</a:t>
            </a:r>
            <a:r>
              <a:rPr lang="en-US" dirty="0">
                <a:latin typeface="Gill Sans MT" panose="020B0502020104020203"/>
              </a:rPr>
              <a:t> objectives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0837A61A-439A-404D-9E5D-B4AD53E1476C}"/>
              </a:ext>
            </a:extLst>
          </p:cNvPr>
          <p:cNvSpPr txBox="1">
            <a:spLocks/>
          </p:cNvSpPr>
          <p:nvPr/>
        </p:nvSpPr>
        <p:spPr>
          <a:xfrm>
            <a:off x="65170" y="1053869"/>
            <a:ext cx="12061658" cy="46957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31286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431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82775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just" defTabSz="914400" rtl="0" eaLnBrk="1" fontAlgn="auto" latinLnBrk="0" hangingPunct="1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Clr>
                <a:srgbClr val="9BAFB5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This research aims to characterize the thermal-kinetic properties of land-filled oil shale ash </a:t>
            </a:r>
            <a:r>
              <a:rPr lang="en-GB" dirty="0">
                <a:solidFill>
                  <a:srgbClr val="000000">
                    <a:lumMod val="85000"/>
                    <a:lumOff val="15000"/>
                  </a:srgbClr>
                </a:solidFill>
                <a:latin typeface="Gill Sans MT" panose="020B0502020104020203"/>
              </a:rPr>
              <a:t>and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 local Illitic clays. The goal is to reduce energy requirements for activation while minimizing environmental impact, under conditions (CO</a:t>
            </a:r>
            <a:r>
              <a:rPr kumimoji="0" lang="en-GB" sz="1800" b="0" i="0" u="none" strike="noStrike" kern="1200" cap="none" spc="0" normalizeH="0" baseline="-2500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2</a:t>
            </a: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-rich atmosphere) that mimic industrial rotary kiln processing.</a:t>
            </a:r>
          </a:p>
          <a:p>
            <a:pPr marL="228600" lvl="1" indent="0" algn="just" fontAlgn="auto">
              <a:lnSpc>
                <a:spcPct val="200000"/>
              </a:lnSpc>
              <a:spcAft>
                <a:spcPts val="0"/>
              </a:spcAft>
              <a:buClr>
                <a:srgbClr val="9BAFB5"/>
              </a:buClr>
              <a:buNone/>
              <a:defRPr/>
            </a:pPr>
            <a:endParaRPr lang="en-GB" sz="1400" dirty="0">
              <a:solidFill>
                <a:srgbClr val="000000">
                  <a:lumMod val="85000"/>
                  <a:lumOff val="15000"/>
                </a:srgbClr>
              </a:solidFill>
              <a:latin typeface="Gill Sans MT" panose="020B0502020104020203"/>
            </a:endParaRPr>
          </a:p>
          <a:p>
            <a:pPr marL="228600" lvl="1" indent="0" algn="just" fontAlgn="auto">
              <a:lnSpc>
                <a:spcPct val="200000"/>
              </a:lnSpc>
              <a:spcAft>
                <a:spcPts val="0"/>
              </a:spcAft>
              <a:buClr>
                <a:srgbClr val="9BAFB5"/>
              </a:buClr>
              <a:buNone/>
              <a:defRPr/>
            </a:pPr>
            <a:endParaRPr lang="en-GB" sz="1400" dirty="0">
              <a:solidFill>
                <a:srgbClr val="000000">
                  <a:lumMod val="85000"/>
                  <a:lumOff val="15000"/>
                </a:srgbClr>
              </a:solidFill>
              <a:latin typeface="Gill Sans MT" panose="020B0502020104020203"/>
            </a:endParaRPr>
          </a:p>
          <a:p>
            <a:pPr marL="228600" lvl="1" indent="0" algn="just" fontAlgn="auto">
              <a:lnSpc>
                <a:spcPct val="200000"/>
              </a:lnSpc>
              <a:spcAft>
                <a:spcPts val="0"/>
              </a:spcAft>
              <a:buClr>
                <a:srgbClr val="9BAFB5"/>
              </a:buClr>
              <a:buNone/>
              <a:defRPr/>
            </a:pPr>
            <a:endParaRPr lang="en-GB" sz="1400" dirty="0">
              <a:solidFill>
                <a:srgbClr val="000000">
                  <a:lumMod val="85000"/>
                  <a:lumOff val="15000"/>
                </a:srgbClr>
              </a:solidFill>
              <a:latin typeface="Gill Sans MT" panose="020B0502020104020203"/>
            </a:endParaRPr>
          </a:p>
          <a:p>
            <a:pPr marL="228600" lvl="1" indent="0" algn="just" fontAlgn="auto">
              <a:lnSpc>
                <a:spcPct val="200000"/>
              </a:lnSpc>
              <a:spcAft>
                <a:spcPts val="0"/>
              </a:spcAft>
              <a:buClr>
                <a:srgbClr val="9BAFB5"/>
              </a:buClr>
              <a:buNone/>
              <a:defRPr/>
            </a:pPr>
            <a:r>
              <a:rPr lang="en-GB" sz="1400" dirty="0">
                <a:solidFill>
                  <a:srgbClr val="000000">
                    <a:lumMod val="85000"/>
                    <a:lumOff val="15000"/>
                  </a:srgbClr>
                </a:solidFill>
                <a:latin typeface="Gill Sans MT" panose="020B0502020104020203"/>
              </a:rPr>
              <a:t>* This project aims to utilize locally available materials in Estonia, with the locations of currently considered raw materials shown in the figures below.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2B7877-BB48-48ED-9284-987148A425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800"/>
                    </a14:imgEffect>
                    <a14:imgEffect>
                      <a14:saturation sat="3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74446" y="5060464"/>
            <a:ext cx="1860884" cy="11574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2B6329-051C-4564-99B7-A6453376EE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8800"/>
                    </a14:imgEffect>
                    <a14:imgEffect>
                      <a14:saturation sat="3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28046" y="5048294"/>
            <a:ext cx="1860884" cy="115745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C10B71-6D8A-4139-BE5A-43DDB872F87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8800"/>
                    </a14:imgEffect>
                    <a14:imgEffect>
                      <a14:saturation sat="3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920195" y="5060465"/>
            <a:ext cx="1860884" cy="115745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26B6E22-0A7B-411F-AD98-A948914759BC}"/>
              </a:ext>
            </a:extLst>
          </p:cNvPr>
          <p:cNvSpPr txBox="1"/>
          <p:nvPr/>
        </p:nvSpPr>
        <p:spPr>
          <a:xfrm>
            <a:off x="1600289" y="6217920"/>
            <a:ext cx="19813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Gill Sans MT" panose="020B0502020104020203" pitchFamily="34" charset="0"/>
              </a:rPr>
              <a:t>Figure 2:  Arumetsa, </a:t>
            </a:r>
            <a:r>
              <a:rPr lang="en-GB" sz="1200" dirty="0" err="1">
                <a:latin typeface="Gill Sans MT" panose="020B0502020104020203" pitchFamily="34" charset="0"/>
              </a:rPr>
              <a:t>Pärnu</a:t>
            </a:r>
            <a:r>
              <a:rPr lang="en-GB" sz="1200" dirty="0">
                <a:latin typeface="Gill Sans MT" panose="020B0502020104020203" pitchFamily="34" charset="0"/>
              </a:rPr>
              <a:t>. </a:t>
            </a:r>
            <a:r>
              <a:rPr lang="en-GB" sz="1200" baseline="30000" dirty="0">
                <a:latin typeface="Gill Sans MT" panose="020B0502020104020203" pitchFamily="34" charset="0"/>
              </a:rPr>
              <a:t>3</a:t>
            </a:r>
            <a:r>
              <a:rPr lang="en-GB" sz="1200" dirty="0">
                <a:latin typeface="Gill Sans MT" panose="020B0502020104020203" pitchFamily="34" charset="0"/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613C95-8D86-47BA-8112-C7BE79BA7C98}"/>
              </a:ext>
            </a:extLst>
          </p:cNvPr>
          <p:cNvSpPr txBox="1"/>
          <p:nvPr/>
        </p:nvSpPr>
        <p:spPr>
          <a:xfrm>
            <a:off x="3677232" y="6220043"/>
            <a:ext cx="19813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Gill Sans MT" panose="020B0502020104020203" pitchFamily="34" charset="0"/>
              </a:rPr>
              <a:t>Figure 3:  Aseri, </a:t>
            </a:r>
            <a:r>
              <a:rPr lang="en-GB" sz="1200" dirty="0" err="1">
                <a:latin typeface="Gill Sans MT" panose="020B0502020104020203" pitchFamily="34" charset="0"/>
              </a:rPr>
              <a:t>Lääne-Viru</a:t>
            </a:r>
            <a:r>
              <a:rPr lang="en-GB" sz="1200" dirty="0">
                <a:latin typeface="Gill Sans MT" panose="020B0502020104020203" pitchFamily="34" charset="0"/>
              </a:rPr>
              <a:t> </a:t>
            </a:r>
            <a:r>
              <a:rPr lang="en-GB" sz="1200" baseline="30000" dirty="0">
                <a:latin typeface="Gill Sans MT" panose="020B0502020104020203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1CBF0D-3898-44B9-99BA-DDD07874B1EF}"/>
              </a:ext>
            </a:extLst>
          </p:cNvPr>
          <p:cNvSpPr txBox="1"/>
          <p:nvPr/>
        </p:nvSpPr>
        <p:spPr>
          <a:xfrm>
            <a:off x="5891089" y="6196160"/>
            <a:ext cx="19813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Gill Sans MT" panose="020B0502020104020203" pitchFamily="34" charset="0"/>
              </a:rPr>
              <a:t>Figure 4: Kunda, </a:t>
            </a:r>
            <a:r>
              <a:rPr lang="en-GB" sz="1200" dirty="0" err="1">
                <a:latin typeface="Gill Sans MT" panose="020B0502020104020203" pitchFamily="34" charset="0"/>
              </a:rPr>
              <a:t>Lääne-Viru</a:t>
            </a:r>
            <a:r>
              <a:rPr lang="en-GB" sz="1200" dirty="0">
                <a:latin typeface="Gill Sans MT" panose="020B0502020104020203" pitchFamily="34" charset="0"/>
              </a:rPr>
              <a:t> </a:t>
            </a:r>
            <a:r>
              <a:rPr lang="en-GB" sz="1200" baseline="30000" dirty="0">
                <a:latin typeface="Gill Sans MT" panose="020B0502020104020203" pitchFamily="34" charset="0"/>
              </a:rPr>
              <a:t>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2DAD87-711E-4DDB-87B0-54EAE2C245C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7200"/>
                    </a14:imgEffect>
                    <a14:imgEffect>
                      <a14:saturation sat="3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112344" y="5018690"/>
            <a:ext cx="2108513" cy="117746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0BF0E5C-26F1-4C99-83CA-23057CBF952C}"/>
              </a:ext>
            </a:extLst>
          </p:cNvPr>
          <p:cNvSpPr txBox="1"/>
          <p:nvPr/>
        </p:nvSpPr>
        <p:spPr>
          <a:xfrm>
            <a:off x="7993337" y="6196159"/>
            <a:ext cx="2695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Gill Sans MT" panose="020B0502020104020203" pitchFamily="34" charset="0"/>
              </a:rPr>
              <a:t>Figure 5: Land-filled oil shale ash, Narva </a:t>
            </a:r>
            <a:r>
              <a:rPr lang="en-GB" sz="1200" baseline="30000" dirty="0">
                <a:latin typeface="Gill Sans MT" panose="020B0502020104020203" pitchFamily="34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282538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6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all" spc="20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Gill Sans MT" panose="020B0502020104020203"/>
                <a:ea typeface="+mj-ea"/>
                <a:cs typeface="+mj-cs"/>
              </a:rPr>
              <a:t>Materials and methods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80C06B-BBED-41A5-8CFB-B400636851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3215" y="1070504"/>
            <a:ext cx="1877193" cy="13494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49FB69-32F2-40B6-973C-208821813F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189433" y="895733"/>
            <a:ext cx="1338597" cy="18435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F86D1EF-F9D5-42B5-A2BC-22FEBBAB1A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5650102" y="1077048"/>
            <a:ext cx="1280661" cy="15389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8122914-58E9-496A-9A38-446D79075C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2430" y="1225432"/>
            <a:ext cx="1651758" cy="126139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4F6141-4C1F-494A-AD3E-394A7191BE1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1122" y="3744569"/>
            <a:ext cx="1714015" cy="1592006"/>
          </a:xfrm>
          <a:prstGeom prst="rect">
            <a:avLst/>
          </a:prstGeom>
        </p:spPr>
      </p:pic>
      <p:sp>
        <p:nvSpPr>
          <p:cNvPr id="17" name="Arrow: Right 16">
            <a:extLst>
              <a:ext uri="{FF2B5EF4-FFF2-40B4-BE49-F238E27FC236}">
                <a16:creationId xmlns:a16="http://schemas.microsoft.com/office/drawing/2014/main" id="{9AFEE18E-768C-4FC1-9A46-D98A9D40097B}"/>
              </a:ext>
            </a:extLst>
          </p:cNvPr>
          <p:cNvSpPr/>
          <p:nvPr/>
        </p:nvSpPr>
        <p:spPr>
          <a:xfrm>
            <a:off x="4838424" y="1794566"/>
            <a:ext cx="646701" cy="145694"/>
          </a:xfrm>
          <a:prstGeom prst="righ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2536AC0C-D1D8-434D-9C17-CEDCE97FD3DF}"/>
              </a:ext>
            </a:extLst>
          </p:cNvPr>
          <p:cNvSpPr/>
          <p:nvPr/>
        </p:nvSpPr>
        <p:spPr>
          <a:xfrm>
            <a:off x="7147189" y="1931779"/>
            <a:ext cx="562977" cy="142295"/>
          </a:xfrm>
          <a:prstGeom prst="righ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B1B1E01A-0549-494B-88A2-094BBA3070C1}"/>
              </a:ext>
            </a:extLst>
          </p:cNvPr>
          <p:cNvSpPr/>
          <p:nvPr/>
        </p:nvSpPr>
        <p:spPr>
          <a:xfrm>
            <a:off x="325004" y="4713400"/>
            <a:ext cx="366963" cy="108577"/>
          </a:xfrm>
          <a:prstGeom prst="righ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7CFD5E91-977E-4A52-AB00-E728833C3B0C}"/>
              </a:ext>
            </a:extLst>
          </p:cNvPr>
          <p:cNvSpPr/>
          <p:nvPr/>
        </p:nvSpPr>
        <p:spPr>
          <a:xfrm>
            <a:off x="2885085" y="4941201"/>
            <a:ext cx="556266" cy="131100"/>
          </a:xfrm>
          <a:prstGeom prst="righ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4AD769B5-A904-46E8-AA31-9574C6B36E47}"/>
              </a:ext>
            </a:extLst>
          </p:cNvPr>
          <p:cNvSpPr/>
          <p:nvPr/>
        </p:nvSpPr>
        <p:spPr>
          <a:xfrm>
            <a:off x="9498244" y="1794852"/>
            <a:ext cx="570915" cy="148414"/>
          </a:xfrm>
          <a:prstGeom prst="righ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31A3BC-F73C-4A28-B241-A23BCE9887CF}"/>
              </a:ext>
            </a:extLst>
          </p:cNvPr>
          <p:cNvSpPr txBox="1"/>
          <p:nvPr/>
        </p:nvSpPr>
        <p:spPr>
          <a:xfrm>
            <a:off x="2885085" y="2570685"/>
            <a:ext cx="22121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dirty="0">
                <a:latin typeface="Gill Sans MT" panose="020B0502020104020203" pitchFamily="34" charset="0"/>
              </a:rPr>
              <a:t>Figure 6: Drying of samples at 105</a:t>
            </a:r>
            <a:r>
              <a:rPr lang="en-GB" sz="1000" dirty="0">
                <a:latin typeface="Gill Sans MT" panose="020B0502020104020203" pitchFamily="34" charset="0"/>
                <a:cs typeface="Times New Roman" panose="02020603050405020304" pitchFamily="18" charset="0"/>
              </a:rPr>
              <a:t>℃ for 24 hours</a:t>
            </a:r>
            <a:endParaRPr lang="en-GB" sz="1000" dirty="0">
              <a:latin typeface="Gill Sans MT" panose="020B05020201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8CC4F3-2FF4-40E7-8FAB-9EFAEA0E4119}"/>
              </a:ext>
            </a:extLst>
          </p:cNvPr>
          <p:cNvSpPr txBox="1"/>
          <p:nvPr/>
        </p:nvSpPr>
        <p:spPr>
          <a:xfrm>
            <a:off x="5440249" y="2492305"/>
            <a:ext cx="22121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dirty="0">
                <a:latin typeface="Gill Sans MT" panose="020B0502020104020203" pitchFamily="34" charset="0"/>
              </a:rPr>
              <a:t>Figure 7: Dried sample (Arumetsa)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94FA43-CCE0-4DC7-8D19-275B0CFAF0ED}"/>
              </a:ext>
            </a:extLst>
          </p:cNvPr>
          <p:cNvSpPr txBox="1"/>
          <p:nvPr/>
        </p:nvSpPr>
        <p:spPr>
          <a:xfrm>
            <a:off x="7785776" y="2549839"/>
            <a:ext cx="12605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dirty="0">
                <a:latin typeface="Gill Sans MT" panose="020B0502020104020203" pitchFamily="34" charset="0"/>
              </a:rPr>
              <a:t>Figure 8: Ball mill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D37776-9558-4CED-B4D0-E6E1D5808FEA}"/>
              </a:ext>
            </a:extLst>
          </p:cNvPr>
          <p:cNvSpPr txBox="1"/>
          <p:nvPr/>
        </p:nvSpPr>
        <p:spPr>
          <a:xfrm>
            <a:off x="9498244" y="1596242"/>
            <a:ext cx="5470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dirty="0">
                <a:latin typeface="Gill Sans MT" panose="020B0502020104020203" pitchFamily="34" charset="0"/>
              </a:rPr>
              <a:t>Sieving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D1DA4D-09D7-43BF-8050-EBA4FC851A16}"/>
              </a:ext>
            </a:extLst>
          </p:cNvPr>
          <p:cNvSpPr txBox="1"/>
          <p:nvPr/>
        </p:nvSpPr>
        <p:spPr>
          <a:xfrm>
            <a:off x="9940251" y="2461263"/>
            <a:ext cx="22121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>
                <a:latin typeface="Gill Sans MT" panose="020B0502020104020203" pitchFamily="34" charset="0"/>
              </a:rPr>
              <a:t>Figure 9: Sieved samples.</a:t>
            </a:r>
          </a:p>
          <a:p>
            <a:endParaRPr lang="en-GB" sz="900" dirty="0"/>
          </a:p>
          <a:p>
            <a:r>
              <a:rPr lang="en-GB" sz="900" b="1" dirty="0">
                <a:latin typeface="Gill Sans MT" panose="020B0502020104020203" pitchFamily="34" charset="0"/>
              </a:rPr>
              <a:t>Physical characterization: Particle size distribution (PSD), Specific surface area (SSA).</a:t>
            </a:r>
          </a:p>
          <a:p>
            <a:endParaRPr lang="en-GB" sz="900" b="1" dirty="0">
              <a:latin typeface="Gill Sans MT" panose="020B0502020104020203" pitchFamily="34" charset="0"/>
            </a:endParaRPr>
          </a:p>
          <a:p>
            <a:r>
              <a:rPr lang="en-GB" sz="900" b="1" dirty="0">
                <a:latin typeface="Gill Sans MT" panose="020B0502020104020203" pitchFamily="34" charset="0"/>
              </a:rPr>
              <a:t>Chemical characterization: FTIR, XRD, and XRF</a:t>
            </a:r>
            <a:r>
              <a:rPr lang="en-GB" sz="900" dirty="0">
                <a:latin typeface="Gill Sans MT" panose="020B0502020104020203" pitchFamily="34" charset="0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DA9491-9543-4853-BAC5-ED525B8A9C83}"/>
              </a:ext>
            </a:extLst>
          </p:cNvPr>
          <p:cNvSpPr txBox="1"/>
          <p:nvPr/>
        </p:nvSpPr>
        <p:spPr>
          <a:xfrm>
            <a:off x="1103333" y="5349639"/>
            <a:ext cx="1886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dirty="0">
                <a:latin typeface="Gill Sans MT" panose="020B0502020104020203" pitchFamily="34" charset="0"/>
              </a:rPr>
              <a:t>Figure 10: Thermogravimetric </a:t>
            </a:r>
            <a:r>
              <a:rPr lang="en-GB" sz="1000" dirty="0" err="1">
                <a:latin typeface="Gill Sans MT" panose="020B0502020104020203" pitchFamily="34" charset="0"/>
              </a:rPr>
              <a:t>analyzer</a:t>
            </a:r>
            <a:r>
              <a:rPr lang="en-GB" sz="1000" dirty="0">
                <a:latin typeface="Gill Sans MT" panose="020B0502020104020203" pitchFamily="34" charset="0"/>
              </a:rPr>
              <a:t> LABSYS evo TGA coupled with mass spectroscope.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AB4D23-E6CB-4BCC-A68A-080199658747}"/>
              </a:ext>
            </a:extLst>
          </p:cNvPr>
          <p:cNvSpPr txBox="1"/>
          <p:nvPr/>
        </p:nvSpPr>
        <p:spPr>
          <a:xfrm>
            <a:off x="4853700" y="1573830"/>
            <a:ext cx="61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dirty="0">
                <a:latin typeface="Gill Sans MT" panose="020B0502020104020203" pitchFamily="34" charset="0"/>
              </a:rPr>
              <a:t>Cooling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43CE9F-BB4A-48FE-B3DA-D138BECC4638}"/>
              </a:ext>
            </a:extLst>
          </p:cNvPr>
          <p:cNvSpPr txBox="1"/>
          <p:nvPr/>
        </p:nvSpPr>
        <p:spPr>
          <a:xfrm>
            <a:off x="7161425" y="1747025"/>
            <a:ext cx="5629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dirty="0">
                <a:latin typeface="Gill Sans MT" panose="020B0502020104020203" pitchFamily="34" charset="0"/>
              </a:rPr>
              <a:t>Milling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8416FB-6E6D-4EFF-9FAD-0D771202E0C3}"/>
              </a:ext>
            </a:extLst>
          </p:cNvPr>
          <p:cNvSpPr txBox="1"/>
          <p:nvPr/>
        </p:nvSpPr>
        <p:spPr>
          <a:xfrm>
            <a:off x="198358" y="4334537"/>
            <a:ext cx="8339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dirty="0">
                <a:latin typeface="Gill Sans MT" panose="020B0502020104020203" pitchFamily="34" charset="0"/>
              </a:rPr>
              <a:t>Thermal Analysis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303031-3883-47FD-A122-E40C82E5232D}"/>
              </a:ext>
            </a:extLst>
          </p:cNvPr>
          <p:cNvSpPr txBox="1"/>
          <p:nvPr/>
        </p:nvSpPr>
        <p:spPr>
          <a:xfrm>
            <a:off x="77571" y="1195468"/>
            <a:ext cx="2323856" cy="163121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000" dirty="0">
                <a:latin typeface="Gill Sans MT" panose="020B0502020104020203" pitchFamily="34" charset="0"/>
              </a:rPr>
              <a:t>Material sources:</a:t>
            </a:r>
          </a:p>
          <a:p>
            <a:br>
              <a:rPr lang="en-GB" sz="1000" dirty="0">
                <a:latin typeface="Gill Sans MT" panose="020B0502020104020203" pitchFamily="34" charset="0"/>
              </a:rPr>
            </a:br>
            <a:r>
              <a:rPr lang="en-GB" sz="1000" b="1" dirty="0">
                <a:latin typeface="Gill Sans MT" panose="020B0502020104020203" pitchFamily="34" charset="0"/>
              </a:rPr>
              <a:t>Land-filled oil shale ash (OSA) </a:t>
            </a:r>
            <a:r>
              <a:rPr lang="en-GB" sz="1000" dirty="0">
                <a:latin typeface="Gill Sans MT" panose="020B0502020104020203" pitchFamily="34" charset="0"/>
              </a:rPr>
              <a:t>– Baltic PP ash field, Narva</a:t>
            </a:r>
          </a:p>
          <a:p>
            <a:r>
              <a:rPr lang="en-GB" sz="1000" b="1" dirty="0">
                <a:latin typeface="Gill Sans MT" panose="020B0502020104020203" pitchFamily="34" charset="0"/>
              </a:rPr>
              <a:t>Arumetsa Clay (AMC)</a:t>
            </a:r>
            <a:r>
              <a:rPr lang="en-GB" sz="1000" dirty="0">
                <a:latin typeface="Gill Sans MT" panose="020B0502020104020203" pitchFamily="34" charset="0"/>
              </a:rPr>
              <a:t>- LECA EESTI, Parnu.</a:t>
            </a:r>
          </a:p>
          <a:p>
            <a:r>
              <a:rPr lang="en-GB" sz="1000" b="1" dirty="0">
                <a:latin typeface="Gill Sans MT" panose="020B0502020104020203" pitchFamily="34" charset="0"/>
              </a:rPr>
              <a:t>Aseri Clay (ARC)</a:t>
            </a:r>
            <a:r>
              <a:rPr lang="en-GB" sz="1000" dirty="0">
                <a:latin typeface="Gill Sans MT" panose="020B0502020104020203" pitchFamily="34" charset="0"/>
              </a:rPr>
              <a:t> –Weinerberger AS, Aseri</a:t>
            </a:r>
          </a:p>
          <a:p>
            <a:r>
              <a:rPr lang="en-GB" sz="1000" b="1" dirty="0">
                <a:latin typeface="Gill Sans MT" panose="020B0502020104020203" pitchFamily="34" charset="0"/>
              </a:rPr>
              <a:t>Kunda Clay (KDC) </a:t>
            </a:r>
            <a:r>
              <a:rPr lang="en-GB" sz="1000" dirty="0">
                <a:latin typeface="Gill Sans MT" panose="020B0502020104020203" pitchFamily="34" charset="0"/>
              </a:rPr>
              <a:t>- Heidelberg Materials Kunda AS, Kunda</a:t>
            </a:r>
          </a:p>
        </p:txBody>
      </p:sp>
      <p:pic>
        <p:nvPicPr>
          <p:cNvPr id="26" name="Pilt 5">
            <a:extLst>
              <a:ext uri="{FF2B5EF4-FFF2-40B4-BE49-F238E27FC236}">
                <a16:creationId xmlns:a16="http://schemas.microsoft.com/office/drawing/2014/main" id="{CDF11456-9BFF-46ED-B0BD-928160CAC77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8677" y="3893841"/>
            <a:ext cx="2766823" cy="2158482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7FD9C01C-C02F-460B-BF4E-3092BE4AD6BE}"/>
              </a:ext>
            </a:extLst>
          </p:cNvPr>
          <p:cNvSpPr txBox="1"/>
          <p:nvPr/>
        </p:nvSpPr>
        <p:spPr>
          <a:xfrm>
            <a:off x="7361830" y="5992163"/>
            <a:ext cx="226193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Gill Sans MT" panose="020B0502020104020203" pitchFamily="34" charset="0"/>
              </a:rPr>
              <a:t>Figure 11: Nabertherm Rotary Tube Furnace</a:t>
            </a:r>
            <a:endParaRPr lang="et-EE" sz="1000" dirty="0">
              <a:latin typeface="Gill Sans MT" panose="020B0502020104020203" pitchFamily="34" charset="0"/>
            </a:endParaRP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9A1C357A-2B54-42D0-8F77-3F36B78C8A69}"/>
              </a:ext>
            </a:extLst>
          </p:cNvPr>
          <p:cNvSpPr/>
          <p:nvPr/>
        </p:nvSpPr>
        <p:spPr>
          <a:xfrm>
            <a:off x="6743144" y="4990477"/>
            <a:ext cx="706010" cy="142295"/>
          </a:xfrm>
          <a:prstGeom prst="righ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38D68E9-24ED-465B-83AF-EF7352395590}"/>
              </a:ext>
            </a:extLst>
          </p:cNvPr>
          <p:cNvSpPr txBox="1"/>
          <p:nvPr/>
        </p:nvSpPr>
        <p:spPr>
          <a:xfrm>
            <a:off x="6625554" y="4780591"/>
            <a:ext cx="12605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dirty="0"/>
              <a:t>Bulk calcination</a:t>
            </a:r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9DD420C1-DC9C-4454-AC05-2715F0FA35E0}"/>
              </a:ext>
            </a:extLst>
          </p:cNvPr>
          <p:cNvSpPr/>
          <p:nvPr/>
        </p:nvSpPr>
        <p:spPr>
          <a:xfrm>
            <a:off x="2445992" y="1894349"/>
            <a:ext cx="366963" cy="108577"/>
          </a:xfrm>
          <a:prstGeom prst="right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45611E-EBF2-4BEB-AD31-9AA7FD3E09EE}"/>
              </a:ext>
            </a:extLst>
          </p:cNvPr>
          <p:cNvSpPr txBox="1"/>
          <p:nvPr/>
        </p:nvSpPr>
        <p:spPr>
          <a:xfrm>
            <a:off x="3591246" y="4611313"/>
            <a:ext cx="2766823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GB" sz="1200" b="1" dirty="0">
                <a:latin typeface="Gill Sans MT" panose="020B0502020104020203" pitchFamily="34" charset="0"/>
              </a:rPr>
              <a:t>Kinetic analysis using  Advanced thermokinetics (AKTS) software based on the isoconversional Friedmann method.</a:t>
            </a:r>
          </a:p>
        </p:txBody>
      </p:sp>
    </p:spTree>
    <p:extLst>
      <p:ext uri="{BB962C8B-B14F-4D97-AF65-F5344CB8AC3E}">
        <p14:creationId xmlns:p14="http://schemas.microsoft.com/office/powerpoint/2010/main" val="140037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7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RESULTS: PSD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1445832-D9DE-46FF-94AA-207BCCCAA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62" y="881210"/>
            <a:ext cx="11736887" cy="4887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0239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8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RESULTS: </a:t>
            </a:r>
            <a:r>
              <a:rPr lang="en-US" dirty="0" err="1">
                <a:latin typeface="Gill Sans MT" panose="020B0502020104020203"/>
              </a:rPr>
              <a:t>ssa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5055911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9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RESULTS: XRF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8825362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10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22517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RESULTS: XRD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5125770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11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RESULTS: Thermal analysis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08E7B4-88EF-4371-80FB-5AA537771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47" y="1018903"/>
            <a:ext cx="10986764" cy="4810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9A1799B-1DD9-4838-9A77-1E84FF9AD92E}"/>
              </a:ext>
            </a:extLst>
          </p:cNvPr>
          <p:cNvSpPr txBox="1"/>
          <p:nvPr/>
        </p:nvSpPr>
        <p:spPr>
          <a:xfrm>
            <a:off x="1962516" y="5949931"/>
            <a:ext cx="39331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Gill Sans MT" panose="020B0502020104020203" pitchFamily="34" charset="0"/>
              </a:rPr>
              <a:t>Figure 12(a): Arumetsa 10K/min in model air atmosphere</a:t>
            </a:r>
            <a:endParaRPr lang="et-EE" sz="1000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44054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12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RESULTS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A1799B-1DD9-4838-9A77-1E84FF9AD92E}"/>
              </a:ext>
            </a:extLst>
          </p:cNvPr>
          <p:cNvSpPr txBox="1"/>
          <p:nvPr/>
        </p:nvSpPr>
        <p:spPr>
          <a:xfrm>
            <a:off x="1962516" y="5949931"/>
            <a:ext cx="39331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Gill Sans MT" panose="020B0502020104020203" pitchFamily="34" charset="0"/>
              </a:rPr>
              <a:t>Figure 12(b): Arumetsa 10K/min in flue gas (16% CO</a:t>
            </a:r>
            <a:r>
              <a:rPr lang="en-US" sz="1000" baseline="-25000" dirty="0">
                <a:latin typeface="Gill Sans MT" panose="020B0502020104020203" pitchFamily="34" charset="0"/>
              </a:rPr>
              <a:t>2</a:t>
            </a:r>
            <a:r>
              <a:rPr lang="en-US" sz="1000" dirty="0">
                <a:latin typeface="Gill Sans MT" panose="020B0502020104020203" pitchFamily="34" charset="0"/>
              </a:rPr>
              <a:t>) atmosphere</a:t>
            </a:r>
            <a:endParaRPr lang="et-EE" sz="1000" dirty="0">
              <a:latin typeface="Gill Sans MT" panose="020B0502020104020203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C16C91-17FB-4B27-8C20-E378B2381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34" y="977030"/>
            <a:ext cx="10822488" cy="4797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6538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13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RESULTS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A1799B-1DD9-4838-9A77-1E84FF9AD92E}"/>
              </a:ext>
            </a:extLst>
          </p:cNvPr>
          <p:cNvSpPr txBox="1"/>
          <p:nvPr/>
        </p:nvSpPr>
        <p:spPr>
          <a:xfrm>
            <a:off x="1962516" y="5949931"/>
            <a:ext cx="39331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Gill Sans MT" panose="020B0502020104020203" pitchFamily="34" charset="0"/>
              </a:rPr>
              <a:t>Figure 13(a): Aseri 10K/min in model air atmosphere</a:t>
            </a:r>
            <a:endParaRPr lang="et-EE" sz="1000" dirty="0">
              <a:latin typeface="Gill Sans MT" panose="020B0502020104020203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06C57A-FEE2-488D-85C5-078E606A2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58" y="1004320"/>
            <a:ext cx="10897280" cy="4769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581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14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RESULTS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A1799B-1DD9-4838-9A77-1E84FF9AD92E}"/>
              </a:ext>
            </a:extLst>
          </p:cNvPr>
          <p:cNvSpPr txBox="1"/>
          <p:nvPr/>
        </p:nvSpPr>
        <p:spPr>
          <a:xfrm>
            <a:off x="1291956" y="5691314"/>
            <a:ext cx="39331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Gill Sans MT" panose="020B0502020104020203" pitchFamily="34" charset="0"/>
              </a:rPr>
              <a:t>Figure 13(b): Aseri 10K/min in flue gas (16% CO</a:t>
            </a:r>
            <a:r>
              <a:rPr lang="en-US" sz="1000" baseline="-25000" dirty="0">
                <a:latin typeface="Gill Sans MT" panose="020B0502020104020203" pitchFamily="34" charset="0"/>
              </a:rPr>
              <a:t>2</a:t>
            </a:r>
            <a:r>
              <a:rPr lang="en-US" sz="1000" dirty="0">
                <a:latin typeface="Gill Sans MT" panose="020B0502020104020203" pitchFamily="34" charset="0"/>
              </a:rPr>
              <a:t>) atmosphere</a:t>
            </a:r>
            <a:endParaRPr lang="et-EE" sz="1000" dirty="0">
              <a:latin typeface="Gill Sans MT" panose="020B05020201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BC20CB-10BA-4D13-A31C-5AEAE28D27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698" y="920465"/>
            <a:ext cx="11086011" cy="4722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29911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15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RESULTS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A1799B-1DD9-4838-9A77-1E84FF9AD92E}"/>
              </a:ext>
            </a:extLst>
          </p:cNvPr>
          <p:cNvSpPr txBox="1"/>
          <p:nvPr/>
        </p:nvSpPr>
        <p:spPr>
          <a:xfrm>
            <a:off x="1291956" y="5691314"/>
            <a:ext cx="39331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Gill Sans MT" panose="020B0502020104020203" pitchFamily="34" charset="0"/>
              </a:rPr>
              <a:t>Figure 14(a): Kunda 10K/min in model air atmosphere</a:t>
            </a:r>
            <a:endParaRPr lang="et-EE" sz="1000" dirty="0">
              <a:latin typeface="Gill Sans MT" panose="020B0502020104020203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D76D48-90DC-4333-8700-15537855B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171" y="920465"/>
            <a:ext cx="10964093" cy="4810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1320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16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RESULTS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A1799B-1DD9-4838-9A77-1E84FF9AD92E}"/>
              </a:ext>
            </a:extLst>
          </p:cNvPr>
          <p:cNvSpPr txBox="1"/>
          <p:nvPr/>
        </p:nvSpPr>
        <p:spPr>
          <a:xfrm>
            <a:off x="1291956" y="5691314"/>
            <a:ext cx="39331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Gill Sans MT" panose="020B0502020104020203" pitchFamily="34" charset="0"/>
              </a:rPr>
              <a:t>Figure 14(b): Kunda 10K/min in flue gas (16% CO</a:t>
            </a:r>
            <a:r>
              <a:rPr lang="en-US" sz="1000" baseline="-25000" dirty="0">
                <a:latin typeface="Gill Sans MT" panose="020B0502020104020203" pitchFamily="34" charset="0"/>
              </a:rPr>
              <a:t>2</a:t>
            </a:r>
            <a:r>
              <a:rPr lang="en-US" sz="1000" dirty="0">
                <a:latin typeface="Gill Sans MT" panose="020B0502020104020203" pitchFamily="34" charset="0"/>
              </a:rPr>
              <a:t>) atmosphere</a:t>
            </a:r>
            <a:endParaRPr lang="et-EE" sz="1000" dirty="0">
              <a:latin typeface="Gill Sans MT" panose="020B0502020104020203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D10F40-060E-4F13-B32C-3545E69696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222" y="956620"/>
            <a:ext cx="10666535" cy="4810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7891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17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RESULTS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A1799B-1DD9-4838-9A77-1E84FF9AD92E}"/>
              </a:ext>
            </a:extLst>
          </p:cNvPr>
          <p:cNvSpPr txBox="1"/>
          <p:nvPr/>
        </p:nvSpPr>
        <p:spPr>
          <a:xfrm>
            <a:off x="1291956" y="5691314"/>
            <a:ext cx="39331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Gill Sans MT" panose="020B0502020104020203" pitchFamily="34" charset="0"/>
              </a:rPr>
              <a:t>Figure 15(a): OSA 10K/min in model air atmosphere</a:t>
            </a:r>
            <a:endParaRPr lang="et-EE" sz="1000" dirty="0">
              <a:latin typeface="Gill Sans MT" panose="020B0502020104020203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1CB3D3-146D-4BAF-825F-5E89850EAB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42" y="992777"/>
            <a:ext cx="11495315" cy="4580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4803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18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RESULTS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A1799B-1DD9-4838-9A77-1E84FF9AD92E}"/>
              </a:ext>
            </a:extLst>
          </p:cNvPr>
          <p:cNvSpPr txBox="1"/>
          <p:nvPr/>
        </p:nvSpPr>
        <p:spPr>
          <a:xfrm>
            <a:off x="1291956" y="5691314"/>
            <a:ext cx="393318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Gill Sans MT" panose="020B0502020104020203" pitchFamily="34" charset="0"/>
              </a:rPr>
              <a:t>Figure 15(b): OSA 10K/min in flue gas (16% CO2) atmosphere</a:t>
            </a:r>
            <a:endParaRPr lang="et-EE" sz="1000" dirty="0">
              <a:latin typeface="Gill Sans MT" panose="020B05020201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2906EF-811C-4738-BDD2-65A010082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137" y="920465"/>
            <a:ext cx="11239373" cy="477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1051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19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0137" y="93945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RESULTS: Kinetics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1D77A6-E6A3-4A90-8EBA-636532D4B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3590" y="953426"/>
            <a:ext cx="6895090" cy="5652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3046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20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RESULTS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FAB426-4D55-4808-8856-746A80361D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4890" y="1032237"/>
            <a:ext cx="7978890" cy="5183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7436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21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RESULTS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297DC5-4724-4183-9034-9781C184D2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8488" y="1038095"/>
            <a:ext cx="8404964" cy="5469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6211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22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RESULTS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35BA3EE-4055-85B9-DB80-4A7683AC0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0238" y="1004888"/>
            <a:ext cx="7769225" cy="526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9742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23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Gill Sans MT" panose="020B0502020104020203"/>
              </a:rPr>
              <a:t>RESULTS</a:t>
            </a:r>
            <a:endParaRPr kumimoji="0" lang="en-US" sz="2800" b="0" i="0" u="none" strike="noStrike" kern="1200" cap="all" spc="200" normalizeH="0" baseline="0" noProof="0" dirty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Gill Sans MT" panose="020B0502020104020203"/>
              <a:ea typeface="+mj-ea"/>
              <a:cs typeface="+mj-cs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0FC5805E-CE1B-4E2E-9D02-C7B9E50DD6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7694795"/>
              </p:ext>
            </p:extLst>
          </p:nvPr>
        </p:nvGraphicFramePr>
        <p:xfrm>
          <a:off x="1471749" y="1149531"/>
          <a:ext cx="9553302" cy="424107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449091">
                  <a:extLst>
                    <a:ext uri="{9D8B030D-6E8A-4147-A177-3AD203B41FA5}">
                      <a16:colId xmlns:a16="http://schemas.microsoft.com/office/drawing/2014/main" val="1263098214"/>
                    </a:ext>
                  </a:extLst>
                </a:gridCol>
                <a:gridCol w="2980933">
                  <a:extLst>
                    <a:ext uri="{9D8B030D-6E8A-4147-A177-3AD203B41FA5}">
                      <a16:colId xmlns:a16="http://schemas.microsoft.com/office/drawing/2014/main" val="298103660"/>
                    </a:ext>
                  </a:extLst>
                </a:gridCol>
                <a:gridCol w="4123278">
                  <a:extLst>
                    <a:ext uri="{9D8B030D-6E8A-4147-A177-3AD203B41FA5}">
                      <a16:colId xmlns:a16="http://schemas.microsoft.com/office/drawing/2014/main" val="3446477189"/>
                    </a:ext>
                  </a:extLst>
                </a:gridCol>
              </a:tblGrid>
              <a:tr h="706846">
                <a:tc>
                  <a:txBody>
                    <a:bodyPr/>
                    <a:lstStyle/>
                    <a:p>
                      <a:pPr algn="ctr"/>
                      <a:endParaRPr lang="en-GB" dirty="0">
                        <a:latin typeface="Gill Sans MT" panose="020B0502020104020203" pitchFamily="34" charset="0"/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chemeClr val="bg1"/>
                          </a:solidFill>
                          <a:latin typeface="Gill Sans MT" panose="020B0502020104020203" pitchFamily="34" charset="0"/>
                        </a:rPr>
                        <a:t>Activation Energy E (KJ/mol)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4499759"/>
                  </a:ext>
                </a:extLst>
              </a:tr>
              <a:tr h="706846">
                <a:tc>
                  <a:txBody>
                    <a:bodyPr/>
                    <a:lstStyle/>
                    <a:p>
                      <a:pPr algn="ctr"/>
                      <a:r>
                        <a:rPr lang="en-GB" b="1" dirty="0">
                          <a:latin typeface="Gill Sans MT" panose="020B0502020104020203" pitchFamily="34" charset="0"/>
                        </a:rP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 dirty="0">
                          <a:latin typeface="Gill Sans MT" panose="020B0502020104020203" pitchFamily="34" charset="0"/>
                        </a:rPr>
                        <a:t>Model 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 dirty="0">
                          <a:latin typeface="Gill Sans MT" panose="020B0502020104020203" pitchFamily="34" charset="0"/>
                        </a:rPr>
                        <a:t>Flue Gas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8229127"/>
                  </a:ext>
                </a:extLst>
              </a:tr>
              <a:tr h="706846">
                <a:tc>
                  <a:txBody>
                    <a:bodyPr/>
                    <a:lstStyle/>
                    <a:p>
                      <a:pPr algn="ctr"/>
                      <a:r>
                        <a:rPr lang="en-GB" b="1" dirty="0">
                          <a:latin typeface="Gill Sans MT" panose="020B0502020104020203" pitchFamily="34" charset="0"/>
                        </a:rPr>
                        <a:t>Aseri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Gill Sans MT" panose="020B0502020104020203" pitchFamily="34" charset="0"/>
                        </a:rPr>
                        <a:t>211.37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Gill Sans MT" panose="020B0502020104020203" pitchFamily="34" charset="0"/>
                        </a:rPr>
                        <a:t>158.25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859826"/>
                  </a:ext>
                </a:extLst>
              </a:tr>
              <a:tr h="706846">
                <a:tc>
                  <a:txBody>
                    <a:bodyPr/>
                    <a:lstStyle/>
                    <a:p>
                      <a:pPr algn="ctr"/>
                      <a:r>
                        <a:rPr lang="en-GB" b="1" dirty="0">
                          <a:latin typeface="Gill Sans MT" panose="020B0502020104020203" pitchFamily="34" charset="0"/>
                        </a:rPr>
                        <a:t>Kunda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Gill Sans MT" panose="020B0502020104020203" pitchFamily="34" charset="0"/>
                        </a:rPr>
                        <a:t>200.07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Gill Sans MT" panose="020B0502020104020203" pitchFamily="34" charset="0"/>
                        </a:rPr>
                        <a:t>157.77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8742133"/>
                  </a:ext>
                </a:extLst>
              </a:tr>
              <a:tr h="706846">
                <a:tc>
                  <a:txBody>
                    <a:bodyPr/>
                    <a:lstStyle/>
                    <a:p>
                      <a:pPr algn="ctr"/>
                      <a:r>
                        <a:rPr lang="en-GB" b="1" dirty="0">
                          <a:latin typeface="Gill Sans MT" panose="020B0502020104020203" pitchFamily="34" charset="0"/>
                        </a:rPr>
                        <a:t>Arumetsa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Gill Sans MT" panose="020B0502020104020203" pitchFamily="34" charset="0"/>
                        </a:rPr>
                        <a:t>167.37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Gill Sans MT" panose="020B0502020104020203" pitchFamily="34" charset="0"/>
                        </a:rPr>
                        <a:t>181.62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278579"/>
                  </a:ext>
                </a:extLst>
              </a:tr>
              <a:tr h="706846">
                <a:tc>
                  <a:txBody>
                    <a:bodyPr/>
                    <a:lstStyle/>
                    <a:p>
                      <a:pPr algn="ctr"/>
                      <a:r>
                        <a:rPr lang="en-GB" b="1" dirty="0">
                          <a:latin typeface="Gill Sans MT" panose="020B0502020104020203" pitchFamily="34" charset="0"/>
                        </a:rPr>
                        <a:t>OSA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Gill Sans MT" panose="020B0502020104020203" pitchFamily="34" charset="0"/>
                        </a:rPr>
                        <a:t>279.00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latin typeface="Gill Sans MT" panose="020B0502020104020203" pitchFamily="34" charset="0"/>
                        </a:rPr>
                        <a:t>797.31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62515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9E35463-D65C-4575-8954-2F2223FCED93}"/>
              </a:ext>
            </a:extLst>
          </p:cNvPr>
          <p:cNvSpPr txBox="1"/>
          <p:nvPr/>
        </p:nvSpPr>
        <p:spPr>
          <a:xfrm>
            <a:off x="1471749" y="5549333"/>
            <a:ext cx="308283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Gill Sans MT" panose="020B0502020104020203" pitchFamily="34" charset="0"/>
              </a:rPr>
              <a:t>Table1: Kinetics data in air and flue gas</a:t>
            </a:r>
            <a:endParaRPr lang="et-EE" sz="1200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45874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24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08488" y="141306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all" spc="20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Gill Sans MT" panose="020B0502020104020203"/>
                <a:ea typeface="+mj-ea"/>
                <a:cs typeface="+mj-cs"/>
              </a:rPr>
              <a:t>References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36D6A3-7C49-455C-92C5-655DA9409995}"/>
              </a:ext>
            </a:extLst>
          </p:cNvPr>
          <p:cNvSpPr txBox="1"/>
          <p:nvPr/>
        </p:nvSpPr>
        <p:spPr>
          <a:xfrm>
            <a:off x="508487" y="1449805"/>
            <a:ext cx="111750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1000" dirty="0">
              <a:latin typeface="Gill Sans MT" panose="020B0502020104020203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5773AD75-933A-4E74-8F82-EFED941989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01774"/>
            <a:ext cx="12322206" cy="54544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15870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[1</a:t>
            </a:r>
            <a:r>
              <a:rPr lang="en-GB" altLang="en-US" sz="1400" dirty="0">
                <a:latin typeface="Gill Sans MT" panose="020B0502020104020203" pitchFamily="34" charset="0"/>
              </a:rPr>
              <a:t>] I</a:t>
            </a:r>
            <a:r>
              <a:rPr kumimoji="0" lang="en-GB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EA. Global Energy Review: CO2 Emissions in 2021 – Analysis [Internet]. IEA. 2022. Available from: https://www.iea.org/reports/global-energy-review-co2-emissions-in-2021-2 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400" dirty="0">
                <a:latin typeface="Gill Sans MT" panose="020B0502020104020203" pitchFamily="34" charset="0"/>
              </a:rPr>
              <a:t>[2] </a:t>
            </a:r>
            <a:r>
              <a:rPr lang="en-GB" altLang="en-US" sz="1400" dirty="0">
                <a:latin typeface="Gill Sans MT" panose="020B0502020104020203" pitchFamily="34" charset="0"/>
              </a:rPr>
              <a:t>2.Service R. Share of Industrial Activities in the Total Industrial CO2 Emissions in the EU [Internet]. </a:t>
            </a:r>
            <a:r>
              <a:rPr lang="en-GB" altLang="en-US" sz="1400" dirty="0" err="1">
                <a:latin typeface="Gill Sans MT" panose="020B0502020104020203" pitchFamily="34" charset="0"/>
              </a:rPr>
              <a:t>Epthinktank</a:t>
            </a:r>
            <a:r>
              <a:rPr lang="en-GB" altLang="en-US" sz="1400" dirty="0">
                <a:latin typeface="Gill Sans MT" panose="020B0502020104020203" pitchFamily="34" charset="0"/>
              </a:rPr>
              <a:t>. 2021 [cited 2025 Mar 9]. 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GB" altLang="en-US" sz="1400" dirty="0">
                <a:latin typeface="Gill Sans MT" panose="020B0502020104020203" pitchFamily="34" charset="0"/>
              </a:rPr>
              <a:t>Available from: </a:t>
            </a:r>
            <a:r>
              <a:rPr lang="en-GB" altLang="en-US" sz="1400" dirty="0">
                <a:latin typeface="Gill Sans MT" panose="020B0502020104020203" pitchFamily="34" charset="0"/>
                <a:hlinkClick r:id="rId2"/>
              </a:rPr>
              <a:t>https://epthinktank.eu/2021/03/19/eu-climate-action-policy-responding-to-the-global-emergency/share-of-industrial-activities-in-the-total-industrial-</a:t>
            </a:r>
            <a:endParaRPr lang="en-GB" altLang="en-US" sz="1400" dirty="0">
              <a:latin typeface="Gill Sans MT" panose="020B05020201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GB" altLang="en-US" sz="1400" dirty="0">
                <a:latin typeface="Gill Sans MT" panose="020B0502020104020203" pitchFamily="34" charset="0"/>
              </a:rPr>
              <a:t>co2-emissions-in-the-eu/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MT" panose="020B05020201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[3] Wikimedia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projektide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kaastöölised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, “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Küla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Häädemeeste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Vallas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Pärnumaal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,” </a:t>
            </a:r>
            <a:r>
              <a:rPr kumimoji="0" lang="en-US" altLang="en-US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Wikipedia.org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, Nov. 13, 2006. https://et.wikipedia.org/wiki/Arumetsa (accessed Jan. 07, 2025).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[4] Wikimedia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projektide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kaastöölised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, “Linn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Lääne-Virumaal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Viru-Nigula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Vallas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,” </a:t>
            </a:r>
            <a:r>
              <a:rPr kumimoji="0" lang="en-US" altLang="en-US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Wikipedia.org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, Jan. 11, 2004. https://et.wikipedia.org/wiki/Kunda (accessed Jan. 07, 2025).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[5] Wikimedia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projektide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kaastöölised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, “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Alevik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Viru-Nigula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Vallas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Lääne-Virumaal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,” </a:t>
            </a:r>
            <a:r>
              <a:rPr kumimoji="0" lang="en-US" altLang="en-US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Wikipedia.org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, Aug. 10, 2006. https://et.wikipedia.org/wiki/Aseri (accessed Jan. 07, 2025).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ill Sans MT" panose="020B0502020104020203" pitchFamily="34" charset="0"/>
              </a:rPr>
              <a:t>[6]Wikipedia Contributors, “Narva Power Plants,” Wikipedia, Nov. 08, 2024. https://en.wikipedia.org/wiki/Narva_Power_Plants#/map/1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81792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EB619BFB-66F4-4BDB-B6E9-294BBC6E7B6C}"/>
              </a:ext>
            </a:extLst>
          </p:cNvPr>
          <p:cNvSpPr txBox="1">
            <a:spLocks/>
          </p:cNvSpPr>
          <p:nvPr/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fld id="{330EA680-D336-4FF7-8B7A-9848BB0A1C32}" type="slidenum">
              <a:rPr lang="en-US" smtClean="0">
                <a:latin typeface="Gill Sans MT" panose="020B0502020104020203"/>
              </a:rPr>
              <a:pPr fontAlgn="auto">
                <a:spcBef>
                  <a:spcPts val="0"/>
                </a:spcBef>
                <a:spcAft>
                  <a:spcPts val="0"/>
                </a:spcAft>
              </a:pPr>
              <a:t>25</a:t>
            </a:fld>
            <a:endParaRPr lang="en-US">
              <a:latin typeface="Gill Sans MT" panose="020B0502020104020203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F957102-2050-47BD-847D-4FE121258C34}"/>
              </a:ext>
            </a:extLst>
          </p:cNvPr>
          <p:cNvSpPr txBox="1">
            <a:spLocks/>
          </p:cNvSpPr>
          <p:nvPr/>
        </p:nvSpPr>
        <p:spPr bwMode="black">
          <a:xfrm>
            <a:off x="562630" y="2637858"/>
            <a:ext cx="11175023" cy="739904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all" spc="20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Gill Sans MT" panose="020B0502020104020203"/>
                <a:ea typeface="+mj-ea"/>
                <a:cs typeface="+mj-cs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2794880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design">
  <a:themeElements>
    <a:clrScheme name="TalTech">
      <a:dk1>
        <a:srgbClr val="000000"/>
      </a:dk1>
      <a:lt1>
        <a:srgbClr val="FFFFFF"/>
      </a:lt1>
      <a:dk2>
        <a:srgbClr val="332B60"/>
      </a:dk2>
      <a:lt2>
        <a:srgbClr val="DADAE4"/>
      </a:lt2>
      <a:accent1>
        <a:srgbClr val="E4067E"/>
      </a:accent1>
      <a:accent2>
        <a:srgbClr val="9396B0"/>
      </a:accent2>
      <a:accent3>
        <a:srgbClr val="AB1352"/>
      </a:accent3>
      <a:accent4>
        <a:srgbClr val="4FBFD3"/>
      </a:accent4>
      <a:accent5>
        <a:srgbClr val="332B60"/>
      </a:accent5>
      <a:accent6>
        <a:srgbClr val="DADAE4"/>
      </a:accent6>
      <a:hlink>
        <a:srgbClr val="AB1352"/>
      </a:hlink>
      <a:folHlink>
        <a:srgbClr val="AB1352"/>
      </a:folHlink>
    </a:clrScheme>
    <a:fontScheme name="TTÜ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wrap="square" rtlCol="0" anchor="ctr">
        <a:noAutofit/>
      </a:bodyPr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NEWNEW" id="{65034802-83F1-DE41-A876-6851A238EDFE}" vid="{814C7433-F944-B249-91D8-8F253693ECE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7699671-53c0-416d-a493-795767c7de24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8CF2C98FAFF1E4F802028D6C843F0D9" ma:contentTypeVersion="18" ma:contentTypeDescription="Create a new document." ma:contentTypeScope="" ma:versionID="3a241fa42111d7d19d430df7c1a2aca9">
  <xsd:schema xmlns:xsd="http://www.w3.org/2001/XMLSchema" xmlns:xs="http://www.w3.org/2001/XMLSchema" xmlns:p="http://schemas.microsoft.com/office/2006/metadata/properties" xmlns:ns3="9ca64c10-124c-43e9-a945-60a8f4e28deb" xmlns:ns4="47699671-53c0-416d-a493-795767c7de24" targetNamespace="http://schemas.microsoft.com/office/2006/metadata/properties" ma:root="true" ma:fieldsID="d8c567517db493bb208ed37e50dea853" ns3:_="" ns4:_="">
    <xsd:import namespace="9ca64c10-124c-43e9-a945-60a8f4e28deb"/>
    <xsd:import namespace="47699671-53c0-416d-a493-795767c7de24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Location" minOccurs="0"/>
                <xsd:element ref="ns4:MediaServiceEventHashCode" minOccurs="0"/>
                <xsd:element ref="ns4:MediaServiceGenerationTime" minOccurs="0"/>
                <xsd:element ref="ns4:MediaServiceAutoKeyPoints" minOccurs="0"/>
                <xsd:element ref="ns4:MediaServiceKeyPoints" minOccurs="0"/>
                <xsd:element ref="ns4:MediaLengthInSeconds" minOccurs="0"/>
                <xsd:element ref="ns4:_activity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ca64c10-124c-43e9-a945-60a8f4e28de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7699671-53c0-416d-a493-795767c7de2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5DE004D-AA39-4720-9E73-907DF5A178C2}">
  <ds:schemaRefs>
    <ds:schemaRef ds:uri="9ca64c10-124c-43e9-a945-60a8f4e28deb"/>
    <ds:schemaRef ds:uri="http://purl.org/dc/elements/1.1/"/>
    <ds:schemaRef ds:uri="47699671-53c0-416d-a493-795767c7de24"/>
    <ds:schemaRef ds:uri="http://schemas.microsoft.com/office/2006/documentManagement/types"/>
    <ds:schemaRef ds:uri="http://purl.org/dc/dcmitype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B33ADE20-8276-422E-8D55-097BEB9DB7FF}">
  <ds:schemaRefs>
    <ds:schemaRef ds:uri="47699671-53c0-416d-a493-795767c7de24"/>
    <ds:schemaRef ds:uri="9ca64c10-124c-43e9-a945-60a8f4e28de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E5AD2C9-C5B3-468D-91FD-6CCA73A821C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3094</TotalTime>
  <Words>936</Words>
  <Application>Microsoft Office PowerPoint</Application>
  <PresentationFormat>Widescreen</PresentationFormat>
  <Paragraphs>145</Paragraphs>
  <Slides>25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3" baseType="lpstr">
      <vt:lpstr>Arial</vt:lpstr>
      <vt:lpstr>Calibri</vt:lpstr>
      <vt:lpstr>Calibri Light</vt:lpstr>
      <vt:lpstr>Gill Sans MT</vt:lpstr>
      <vt:lpstr>Times New Roman</vt:lpstr>
      <vt:lpstr>Verdana</vt:lpstr>
      <vt:lpstr>Wingdings</vt:lpstr>
      <vt:lpstr>Office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Tallinn University of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PowerPointi esitlus</dc:title>
  <dc:creator>Anu Teder</dc:creator>
  <cp:lastModifiedBy>Ademola Michael Adegbile</cp:lastModifiedBy>
  <cp:revision>123</cp:revision>
  <dcterms:created xsi:type="dcterms:W3CDTF">2018-09-19T06:51:01Z</dcterms:created>
  <dcterms:modified xsi:type="dcterms:W3CDTF">2025-05-02T08:38:27Z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9643374</vt:lpwstr>
  </property>
  <property fmtid="{D5CDD505-2E9C-101B-9397-08002B2CF9AE}" pid="3" name="NXPowerLiteSettings">
    <vt:lpwstr>C780073804F000</vt:lpwstr>
  </property>
  <property fmtid="{D5CDD505-2E9C-101B-9397-08002B2CF9AE}" pid="4" name="NXPowerLiteVersion">
    <vt:lpwstr>D8.0.4</vt:lpwstr>
  </property>
  <property fmtid="{D5CDD505-2E9C-101B-9397-08002B2CF9AE}" pid="5" name="ContentTypeId">
    <vt:lpwstr>0x010100F8CF2C98FAFF1E4F802028D6C843F0D9</vt:lpwstr>
  </property>
</Properties>
</file>